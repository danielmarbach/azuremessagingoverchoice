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9"/>
  </p:notesMasterIdLst>
  <p:sldIdLst>
    <p:sldId id="257" r:id="rId3"/>
    <p:sldId id="2147480796" r:id="rId4"/>
    <p:sldId id="2147480795" r:id="rId5"/>
    <p:sldId id="709" r:id="rId6"/>
    <p:sldId id="2147480793" r:id="rId7"/>
    <p:sldId id="214748079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80"/>
    <p:restoredTop sz="61700"/>
  </p:normalViewPr>
  <p:slideViewPr>
    <p:cSldViewPr snapToGrid="0">
      <p:cViewPr varScale="1">
        <p:scale>
          <a:sx n="85" d="100"/>
          <a:sy n="85" d="100"/>
        </p:scale>
        <p:origin x="40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2025-05-05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576</Words>
  <Application>Microsoft Macintosh PowerPoint</Application>
  <PresentationFormat>Widescreen</PresentationFormat>
  <Paragraphs>75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9</cp:revision>
  <dcterms:created xsi:type="dcterms:W3CDTF">2025-04-22T19:22:45Z</dcterms:created>
  <dcterms:modified xsi:type="dcterms:W3CDTF">2025-05-05T19:03:31Z</dcterms:modified>
</cp:coreProperties>
</file>