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3"/>
  </p:notesMasterIdLst>
  <p:sldIdLst>
    <p:sldId id="257" r:id="rId3"/>
    <p:sldId id="2147480798" r:id="rId4"/>
    <p:sldId id="2147480803" r:id="rId5"/>
    <p:sldId id="2147480796" r:id="rId6"/>
    <p:sldId id="2147480795" r:id="rId7"/>
    <p:sldId id="2147480810" r:id="rId8"/>
    <p:sldId id="2147480811" r:id="rId9"/>
    <p:sldId id="2147480812" r:id="rId10"/>
    <p:sldId id="2147480799" r:id="rId11"/>
    <p:sldId id="2147480813" r:id="rId12"/>
    <p:sldId id="2147480805" r:id="rId13"/>
    <p:sldId id="2147480800" r:id="rId14"/>
    <p:sldId id="2147480804" r:id="rId15"/>
    <p:sldId id="2147480802" r:id="rId16"/>
    <p:sldId id="2147480806" r:id="rId17"/>
    <p:sldId id="2147480801" r:id="rId18"/>
    <p:sldId id="2147480808" r:id="rId19"/>
    <p:sldId id="709" r:id="rId20"/>
    <p:sldId id="2147480793" r:id="rId21"/>
    <p:sldId id="214748079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4412E-B7E5-BF48-A329-453E1D4B3A61}">
          <p14:sldIdLst>
            <p14:sldId id="257"/>
          </p14:sldIdLst>
        </p14:section>
        <p14:section name="Service Bus" id="{C1A2A247-4E12-AE4C-BCA4-826E26B19FBE}">
          <p14:sldIdLst>
            <p14:sldId id="2147480798"/>
            <p14:sldId id="2147480803"/>
            <p14:sldId id="2147480796"/>
            <p14:sldId id="2147480795"/>
            <p14:sldId id="2147480810"/>
            <p14:sldId id="2147480811"/>
            <p14:sldId id="2147480812"/>
            <p14:sldId id="2147480799"/>
            <p14:sldId id="2147480813"/>
            <p14:sldId id="2147480805"/>
          </p14:sldIdLst>
        </p14:section>
        <p14:section name="Event Hubs" id="{EE250FFE-A41C-0A43-8343-FECB432D9BCB}">
          <p14:sldIdLst>
            <p14:sldId id="2147480800"/>
            <p14:sldId id="2147480804"/>
          </p14:sldIdLst>
        </p14:section>
        <p14:section name="Event Grid" id="{693D50D4-FAE8-4A41-8BA2-B27EAF9DD3E9}">
          <p14:sldIdLst>
            <p14:sldId id="2147480802"/>
            <p14:sldId id="2147480806"/>
            <p14:sldId id="2147480801"/>
            <p14:sldId id="2147480808"/>
          </p14:sldIdLst>
        </p14:section>
        <p14:section name="Wrap up" id="{1F2F8363-3E12-3442-94D9-0043DF96EC09}">
          <p14:sldIdLst>
            <p14:sldId id="709"/>
            <p14:sldId id="2147480793"/>
            <p14:sldId id="21474807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682"/>
    <p:restoredTop sz="61623"/>
  </p:normalViewPr>
  <p:slideViewPr>
    <p:cSldViewPr snapToGrid="0">
      <p:cViewPr varScale="1">
        <p:scale>
          <a:sx n="101" d="100"/>
          <a:sy n="101" d="100"/>
        </p:scale>
        <p:origin x="30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3DA5C85-9FA4-1746-65F4-689C1EBA9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-1"/>
            <a:ext cx="9997440" cy="768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7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4236C0-5D95-F348-E3E9-F604920D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16874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750671-0F9B-0268-3E74-3E55EA29B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0200"/>
            <a:ext cx="1206019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98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B03A69E-77D8-D58D-3FDF-7FA7A9328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69670"/>
            <a:ext cx="12164463" cy="53186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C44AD07-018A-FE20-54B3-1B44D9172A15}"/>
              </a:ext>
            </a:extLst>
          </p:cNvPr>
          <p:cNvSpPr/>
          <p:nvPr/>
        </p:nvSpPr>
        <p:spPr>
          <a:xfrm>
            <a:off x="1752600" y="29210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16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CB01D-ED5B-D745-02FA-D66354718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" y="795070"/>
            <a:ext cx="12048276" cy="52678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4F3B7E5-AAEC-7F09-9D10-5C795BF1AE25}"/>
              </a:ext>
            </a:extLst>
          </p:cNvPr>
          <p:cNvSpPr/>
          <p:nvPr/>
        </p:nvSpPr>
        <p:spPr>
          <a:xfrm>
            <a:off x="1727200" y="38735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378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AI-generated content may be incorrect.">
            <a:extLst>
              <a:ext uri="{FF2B5EF4-FFF2-40B4-BE49-F238E27FC236}">
                <a16:creationId xmlns:a16="http://schemas.microsoft.com/office/drawing/2014/main" id="{880F0360-B21D-C779-CE5E-4F74BD0A0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0" y="-1"/>
            <a:ext cx="9994900" cy="71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4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06E5DD-EA35-9CC8-95D2-AF1CD1A08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3650"/>
            <a:ext cx="12192000" cy="533070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D34E1C90-9896-BC4F-C5BD-E675FB219617}"/>
              </a:ext>
            </a:extLst>
          </p:cNvPr>
          <p:cNvSpPr/>
          <p:nvPr/>
        </p:nvSpPr>
        <p:spPr>
          <a:xfrm>
            <a:off x="6540500" y="25781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99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62D0-821B-E720-6CEF-2AD6BBE6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BD2E32-8BA9-07F5-42DA-1F155D923A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00782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651FE59-B8D1-C666-3C88-C41F98C46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-1"/>
            <a:ext cx="9353550" cy="689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77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21F8-030F-747A-F834-C12619FD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BC4A7C-7536-AA84-29AC-C8472FA0C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2245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5F51602C-88BC-B1B2-C443-C1818E12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76200"/>
            <a:ext cx="12192000" cy="74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91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37E9-87C1-DA39-A58F-D4C374029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2E6E8-F2B6-7BB9-09FF-866B907B9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377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02581BC0-B011-B4CA-05E5-A3E5BE73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9" y="152400"/>
            <a:ext cx="12073562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5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F357-99AA-9818-92BA-90FFC3EC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5A500-04EA-1714-3B76-AC49A46FB2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43528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576</Words>
  <Application>Microsoft Macintosh PowerPoint</Application>
  <PresentationFormat>Widescreen</PresentationFormat>
  <Paragraphs>75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all of them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20</cp:revision>
  <dcterms:created xsi:type="dcterms:W3CDTF">2025-04-22T19:22:45Z</dcterms:created>
  <dcterms:modified xsi:type="dcterms:W3CDTF">2025-05-16T15:28:31Z</dcterms:modified>
</cp:coreProperties>
</file>