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notesMasterIdLst>
    <p:notesMasterId r:id="rId45"/>
  </p:notesMasterIdLst>
  <p:sldIdLst>
    <p:sldId id="257" r:id="rId3"/>
    <p:sldId id="2147480798" r:id="rId4"/>
    <p:sldId id="2147480810" r:id="rId5"/>
    <p:sldId id="2147480811" r:id="rId6"/>
    <p:sldId id="2147480812" r:id="rId7"/>
    <p:sldId id="2147480803" r:id="rId8"/>
    <p:sldId id="2147480796" r:id="rId9"/>
    <p:sldId id="2147480795" r:id="rId10"/>
    <p:sldId id="2147480805" r:id="rId11"/>
    <p:sldId id="2147480814" r:id="rId12"/>
    <p:sldId id="2147480815" r:id="rId13"/>
    <p:sldId id="2147480816" r:id="rId14"/>
    <p:sldId id="2147480817" r:id="rId15"/>
    <p:sldId id="2147480818" r:id="rId16"/>
    <p:sldId id="2147480819" r:id="rId17"/>
    <p:sldId id="2147480820" r:id="rId18"/>
    <p:sldId id="2147480821" r:id="rId19"/>
    <p:sldId id="2147480799" r:id="rId20"/>
    <p:sldId id="2147480813" r:id="rId21"/>
    <p:sldId id="2147480800" r:id="rId22"/>
    <p:sldId id="2147480822" r:id="rId23"/>
    <p:sldId id="2147480823" r:id="rId24"/>
    <p:sldId id="2147480824" r:id="rId25"/>
    <p:sldId id="2147480825" r:id="rId26"/>
    <p:sldId id="2147480826" r:id="rId27"/>
    <p:sldId id="2147480827" r:id="rId28"/>
    <p:sldId id="2147480828" r:id="rId29"/>
    <p:sldId id="2147480829" r:id="rId30"/>
    <p:sldId id="2147480830" r:id="rId31"/>
    <p:sldId id="2147480831" r:id="rId32"/>
    <p:sldId id="2147480832" r:id="rId33"/>
    <p:sldId id="2147480833" r:id="rId34"/>
    <p:sldId id="2147480834" r:id="rId35"/>
    <p:sldId id="2147480835" r:id="rId36"/>
    <p:sldId id="2147480804" r:id="rId37"/>
    <p:sldId id="2147480802" r:id="rId38"/>
    <p:sldId id="2147480806" r:id="rId39"/>
    <p:sldId id="2147480801" r:id="rId40"/>
    <p:sldId id="2147480808" r:id="rId41"/>
    <p:sldId id="709" r:id="rId42"/>
    <p:sldId id="2147480793" r:id="rId43"/>
    <p:sldId id="2147480794" r:id="rId4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1AF4412E-B7E5-BF48-A329-453E1D4B3A61}">
          <p14:sldIdLst>
            <p14:sldId id="257"/>
          </p14:sldIdLst>
        </p14:section>
        <p14:section name="Service Bus" id="{C1A2A247-4E12-AE4C-BCA4-826E26B19FBE}">
          <p14:sldIdLst>
            <p14:sldId id="2147480798"/>
            <p14:sldId id="2147480810"/>
            <p14:sldId id="2147480811"/>
            <p14:sldId id="2147480812"/>
            <p14:sldId id="2147480803"/>
            <p14:sldId id="2147480796"/>
            <p14:sldId id="2147480795"/>
            <p14:sldId id="2147480805"/>
            <p14:sldId id="2147480814"/>
            <p14:sldId id="2147480815"/>
            <p14:sldId id="2147480816"/>
            <p14:sldId id="2147480817"/>
            <p14:sldId id="2147480818"/>
            <p14:sldId id="2147480819"/>
            <p14:sldId id="2147480820"/>
            <p14:sldId id="2147480821"/>
            <p14:sldId id="2147480799"/>
            <p14:sldId id="2147480813"/>
          </p14:sldIdLst>
        </p14:section>
        <p14:section name="Event Hubs" id="{EE250FFE-A41C-0A43-8343-FECB432D9BCB}">
          <p14:sldIdLst>
            <p14:sldId id="2147480800"/>
            <p14:sldId id="2147480822"/>
            <p14:sldId id="2147480823"/>
            <p14:sldId id="2147480824"/>
            <p14:sldId id="2147480825"/>
            <p14:sldId id="2147480826"/>
            <p14:sldId id="2147480827"/>
            <p14:sldId id="2147480828"/>
            <p14:sldId id="2147480829"/>
            <p14:sldId id="2147480830"/>
            <p14:sldId id="2147480831"/>
            <p14:sldId id="2147480832"/>
            <p14:sldId id="2147480833"/>
            <p14:sldId id="2147480834"/>
            <p14:sldId id="2147480835"/>
            <p14:sldId id="2147480804"/>
          </p14:sldIdLst>
        </p14:section>
        <p14:section name="Event Grid" id="{693D50D4-FAE8-4A41-8BA2-B27EAF9DD3E9}">
          <p14:sldIdLst>
            <p14:sldId id="2147480802"/>
            <p14:sldId id="2147480806"/>
            <p14:sldId id="2147480801"/>
            <p14:sldId id="2147480808"/>
          </p14:sldIdLst>
        </p14:section>
        <p14:section name="Wrap up" id="{1F2F8363-3E12-3442-94D9-0043DF96EC09}">
          <p14:sldIdLst>
            <p14:sldId id="709"/>
            <p14:sldId id="2147480793"/>
            <p14:sldId id="214748079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E1E1E"/>
    <a:srgbClr val="2A24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127"/>
    <p:restoredTop sz="61633"/>
  </p:normalViewPr>
  <p:slideViewPr>
    <p:cSldViewPr snapToGrid="0">
      <p:cViewPr varScale="1">
        <p:scale>
          <a:sx n="94" d="100"/>
          <a:sy n="94" d="100"/>
        </p:scale>
        <p:origin x="150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viewProps" Target="view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theme" Target="theme/theme1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presProps" Target="presProps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78A594-58CB-0A47-A214-EFDFB9F27576}" type="datetimeFigureOut">
              <a:rPr lang="en-US" smtClean="0"/>
              <a:t>5/16/25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172418-D9C9-2043-9217-E6B77BFECE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8976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BA657F-BF3E-4BC8-BD58-D0B03B862583}" type="slidenum">
              <a:rPr lang="de-DE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751142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172418-D9C9-2043-9217-E6B77BFECEB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10261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172418-D9C9-2043-9217-E6B77BFECEB4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25771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172418-D9C9-2043-9217-E6B77BFECEB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344397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172418-D9C9-2043-9217-E6B77BFECEB4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77968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172418-D9C9-2043-9217-E6B77BFECEB4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25947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172418-D9C9-2043-9217-E6B77BFECEB4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032754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172418-D9C9-2043-9217-E6B77BFECEB4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61340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Event Hubs IAM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172418-D9C9-2043-9217-E6B77BFECEB4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39838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172418-D9C9-2043-9217-E6B77BFECEB4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789785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172418-D9C9-2043-9217-E6B77BFECEB4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60778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172418-D9C9-2043-9217-E6B77BFECEB4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939791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172418-D9C9-2043-9217-E6B77BFECEB4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561305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172418-D9C9-2043-9217-E6B77BFECEB4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897981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172418-D9C9-2043-9217-E6B77BFECEB4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544320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717550" y="1162050"/>
            <a:ext cx="5575300" cy="31369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Service Composition:</a:t>
            </a:r>
            <a:r>
              <a:rPr lang="en-US" dirty="0"/>
              <a:t> Event Grid, Service Bus, and Event Hub can be composed for flexible use cases.</a:t>
            </a:r>
          </a:p>
          <a:p>
            <a:r>
              <a:rPr lang="en-US" b="1" dirty="0"/>
              <a:t>Event Emission and Quick Reaction: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Service Bus and Event Hub emit events to Event Grid when queues or subscriptions activate after idle periods.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Event Grid triggers functions to spin up job processors, saving resources when messages are sporadic or high-value but infrequent.</a:t>
            </a:r>
          </a:p>
          <a:p>
            <a:r>
              <a:rPr lang="en-US" b="1" dirty="0"/>
              <a:t>Event Hub Capture Integration:</a:t>
            </a:r>
            <a:r>
              <a:rPr lang="en-US" dirty="0"/>
              <a:t> Event Hub emits Grid events when a Capture package is stored in Azure Storage, triggering functions for processing or moving the package.</a:t>
            </a:r>
          </a:p>
          <a:p>
            <a:r>
              <a:rPr lang="en-US" b="1" dirty="0"/>
              <a:t>Routing Grid Events to Service Bus or Event Hubs: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Events can be routed into Service Bus queues or topics for scenarios requiring: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Hybrid Cloud Solutions:</a:t>
            </a:r>
            <a:r>
              <a:rPr lang="en-US" dirty="0"/>
              <a:t> On-premises services can monitor Azure Storage via Service Bus queues.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Costly or Long-Running Processing:</a:t>
            </a:r>
            <a:r>
              <a:rPr lang="en-US" dirty="0"/>
              <a:t> Service Bus allows for extended processing time without risking event acknowledgment failures.</a:t>
            </a:r>
          </a:p>
          <a:p>
            <a:r>
              <a:rPr lang="en-US" b="1" dirty="0"/>
              <a:t>Statistical Analysis with Event Hubs: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Grid events can be selectively routed to Event Hubs for analytics.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Event Hub Capture provides an archival solution for Grid events, enabling easy integration with analytics channels.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A3E1E47-3DD7-43FC-89E9-23237525F762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5661122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Because use cases often overlap, Service Bus, Event Hub, and Event Grid can be composed. </a:t>
            </a:r>
            <a:br>
              <a:rPr lang="en-US" dirty="0"/>
            </a:br>
            <a:endParaRPr lang="en-US" dirty="0"/>
          </a:p>
          <a:p>
            <a:pPr>
              <a:buNone/>
            </a:pPr>
            <a:r>
              <a:rPr lang="en-US" b="1" dirty="0"/>
              <a:t>First</a:t>
            </a:r>
            <a:r>
              <a:rPr lang="en-US" dirty="0"/>
              <a:t>, both Service Bus and Event Hub can emit events to Event Grid, enabling applications to react to changes efficiently. For example, when a queue or subscription receives a message after being idle, it emits a Grid event. This can trigger a function to spin up a processor, ideal for infrequent but high-value messages—saving resources by only running services when needed. Similarly, Event Hub emits a Grid event when a Capture package lands in Azure Storage, which can trigger processing or transfer functions.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b="1" dirty="0"/>
              <a:t>Second</a:t>
            </a:r>
            <a:r>
              <a:rPr lang="en-US" dirty="0"/>
              <a:t>, Event Grid can route events into Service Bus or Event Hubs. For instance, an on-premises service in a hybrid setup can listen on a Service Bus queue subscribed to Azure Storage events, enabling it to react to new files. This model is useful for time/resource-intensive or failure-prone processing, since Service Bus supports longer processing durations with message locks.</a:t>
            </a:r>
          </a:p>
          <a:p>
            <a:pPr>
              <a:buNone/>
            </a:pPr>
            <a:br>
              <a:rPr lang="en-US" dirty="0"/>
            </a:br>
            <a:r>
              <a:rPr lang="en-US" dirty="0"/>
              <a:t>Event Grid events can also be selectively routed to Event Hubs for analytics or archival via Event Hub Capture—no extra code required.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BA657F-BF3E-4BC8-BD58-D0B03B862583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64680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667DF4-9F47-64B3-9983-DDB7BA592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FB21735-AB2A-7DBD-CCB0-42B0F1D1CD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4365165-24B8-313B-5C39-6B49208231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611F44E-596F-DC1C-0413-5C8516C1B2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DBA657F-BF3E-4BC8-BD58-D0B03B862583}" type="slidenum">
              <a:rPr kumimoji="0" lang="de-DE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de-DE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435918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FDFE02-DAB1-8606-31A2-E306CF6B44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1F0203E-EE19-AE0E-4AD7-D302C1BAAC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464D5D-5599-4DF4-CED8-6DCFB82407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BAE704-B2FC-C12C-55CD-B6B4FE8F05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86798A-8DC2-09CA-AA2E-A0F253AF36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1667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F74487-FD76-37D2-5988-58FB548F50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276704-6332-AAE9-504F-33D55F9584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F5C42B-0431-BA85-E7C4-11719F9F3B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2BA568-DE1A-8C6F-044F-3934F66194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2FC012-6792-F728-094F-AB2226573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17903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AA4335-74DA-B5F9-767F-C4458F992A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C0074B-A041-9857-5FB4-86F589018F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AE4D3E-6D09-E739-BBFF-D414726CA3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A89AF9-543E-F732-BA61-C8A1C2187F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E450E2-2BDC-648E-F000-827798FDA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21171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408AAC-B892-4719-9803-08FECBBCCF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35E70A-DFC6-D608-D047-180088A8789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AA1EB8-6949-9CA1-0DC5-C7A98756D3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D6EC51-4055-44B9-BEE0-347F94C3D7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5/16/25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A286B0-7F6E-5F38-7D3A-7A65DD78D0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2BB962-ECC3-0ECA-A98B-654C16E9A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0809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595F4E-8767-9FE8-39D5-7AD086A537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C5194E-21D1-B25B-E0DD-37BCC818AC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A7A20A-8322-77D5-20BE-CEF0188E7A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94B4918-19E0-4044-1A15-ADAAA7C5C59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93A5AE1-446C-6889-9E21-DC538A2DE21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38D7065-E30B-6E36-D13F-7E54330FAF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5/16/25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005CDD-1D91-721E-B49A-C28F522B76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CDA0F19-DA5E-ACD0-EB59-B3B14DBAE0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88248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2D325-33FA-3CB5-2DB7-D64413B7AF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5C38E68-AFD9-3517-7747-649133CB5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5/16/25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F16BE6-0830-4DC7-BE33-150A11BC65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890E3E-D9B6-84A1-1EF6-D0EDCF7219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03099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541F59D-3CB5-D671-BE61-7A8A7B8322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5/16/25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B0601EA-DE58-A096-8E3C-247D4A6D05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7D763B-2A43-7974-D2FE-CDE65E2D2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23537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39366-BF99-F8CD-44E4-D6DCCD5474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C7B69-67B7-8531-8700-AD90D92288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CE5E12-617D-1A17-29A2-849A64E817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98A203-D325-B3B2-5067-1E4287E480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5/16/25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E63BA7-F9D0-F7DC-1621-02FF8543E4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4BCEEE-0158-912E-065B-2F002480E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91143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167AC6-078E-7A6A-8796-AC6F00F217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E221835-9D16-52E4-2DDA-30C1348BFC2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EC15203-928D-9BCD-4948-DB62C5BB20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465D86-34D7-22EB-CE33-257FFD3891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5/16/25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41D86F-EB1D-1E4C-3F48-3836B91765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C54ECE-AE62-86F6-79BC-09DB621D5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63512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6BB500-356D-478A-98EE-CF0B97DD14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CD8896-CAAA-5C1E-DA39-854E99AF99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029358-4982-675E-0270-EB93B4E730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0B7F54-FA2D-FC88-CD72-594D0FD44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758C55-DA1A-4499-0D85-18F663F70E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6862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8D0F461-D66D-CE20-E681-58180D04930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538755-BD8D-F44C-A10D-11DF20815F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EE51EB-6645-DE69-4466-9F1B92374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0657FB-3A4C-F48B-9834-9BEDC4F0BD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EDF1AC-92BC-43E7-6EC5-39942ADF24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84589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85203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212994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5330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231330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5/16/25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591511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5/16/25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748918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5/16/25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940763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26153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B61BEF0D-F0BB-DE4B-95CE-6DB70DBA9567}" type="datetimeFigureOut">
              <a:rPr lang="en-US" dirty="0"/>
              <a:pPr/>
              <a:t>5/16/25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881150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569937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064004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463007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92566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accent1"/>
                </a:soli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432388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solidFill>
                  <a:schemeClr val="tx1"/>
                </a:soli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031040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180747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40654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9A223F9-C5CF-D745-BDCE-40996D989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D369CE8-1E88-A946-A2FD-A59A617E4F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D94470-A0E2-47D9-835D-A70369D3D28C}" type="datetimeFigureOut">
              <a:rPr lang="en-CA" smtClean="0"/>
              <a:t>2025-05-16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9427117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6" hidden="1"/>
          <p:cNvSpPr txBox="1">
            <a:spLocks/>
          </p:cNvSpPr>
          <p:nvPr userDrawn="1"/>
        </p:nvSpPr>
        <p:spPr>
          <a:xfrm>
            <a:off x="10529456" y="6553200"/>
            <a:ext cx="1663691" cy="304800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800">
                <a:solidFill>
                  <a:srgbClr val="666666"/>
                </a:solidFill>
              </a:rPr>
              <a:t>MICROSOFT CONFIDENTIAL</a:t>
            </a:r>
          </a:p>
        </p:txBody>
      </p:sp>
      <p:sp>
        <p:nvSpPr>
          <p:cNvPr id="15" name="Text Placeholder 3"/>
          <p:cNvSpPr>
            <a:spLocks noGrp="1"/>
          </p:cNvSpPr>
          <p:nvPr>
            <p:ph idx="1" hasCustomPrompt="1"/>
          </p:nvPr>
        </p:nvSpPr>
        <p:spPr>
          <a:xfrm>
            <a:off x="457200" y="457200"/>
            <a:ext cx="11277599" cy="5638800"/>
          </a:xfrm>
          <a:prstGeom prst="rect">
            <a:avLst/>
          </a:prstGeom>
        </p:spPr>
        <p:txBody>
          <a:bodyPr vert="horz" lIns="0" tIns="0" rIns="0" bIns="91440" rtlCol="0" anchor="ctr" anchorCtr="0">
            <a:normAutofit/>
          </a:bodyPr>
          <a:lstStyle>
            <a:lvl1pPr>
              <a:lnSpc>
                <a:spcPct val="110000"/>
              </a:lnSpc>
              <a:defRPr sz="4400" b="1" i="0">
                <a:solidFill>
                  <a:schemeClr val="tx1"/>
                </a:solidFill>
                <a:latin typeface="Segoe UI Semibold" panose="020B0702040204020203" pitchFamily="34" charset="0"/>
                <a:ea typeface="Segoe UI Semibold" panose="020B0702040204020203" pitchFamily="34" charset="0"/>
                <a:cs typeface="Segoe UI Semibold" panose="020B0702040204020203" pitchFamily="34" charset="0"/>
              </a:defRPr>
            </a:lvl1pPr>
            <a:lvl2pPr>
              <a:lnSpc>
                <a:spcPct val="110000"/>
              </a:lnSpc>
              <a:defRPr sz="2400" b="0" i="0">
                <a:solidFill>
                  <a:schemeClr val="tx1"/>
                </a:solidFill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defRPr>
            </a:lvl2pPr>
            <a:lvl3pPr>
              <a:lnSpc>
                <a:spcPct val="110000"/>
              </a:lnSpc>
              <a:defRPr sz="2400" b="0" i="0">
                <a:solidFill>
                  <a:schemeClr val="tx1"/>
                </a:solidFill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defRPr>
            </a:lvl3pPr>
            <a:lvl4pPr>
              <a:defRPr>
                <a:solidFill>
                  <a:schemeClr val="bg2">
                    <a:lumMod val="60000"/>
                    <a:lumOff val="40000"/>
                  </a:schemeClr>
                </a:solidFill>
              </a:defRPr>
            </a:lvl4pPr>
          </a:lstStyle>
          <a:p>
            <a:pPr lvl="0"/>
            <a:r>
              <a:rPr lang="en-US" dirty="0"/>
              <a:t>Click to edit Subhead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FF4F531-1753-1544-8A42-F788362A04E3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529AFA16-AEC4-7D4A-82F3-BDAE8E49079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08871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6" hidden="1"/>
          <p:cNvSpPr txBox="1">
            <a:spLocks/>
          </p:cNvSpPr>
          <p:nvPr/>
        </p:nvSpPr>
        <p:spPr>
          <a:xfrm>
            <a:off x="10529456" y="6553200"/>
            <a:ext cx="1663691" cy="304800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800">
                <a:solidFill>
                  <a:srgbClr val="666666"/>
                </a:solidFill>
              </a:rPr>
              <a:t>MICROSOFT CONFIDENTIAL</a:t>
            </a:r>
          </a:p>
        </p:txBody>
      </p:sp>
      <p:sp>
        <p:nvSpPr>
          <p:cNvPr id="12" name="Title Placeholder 2">
            <a:extLst>
              <a:ext uri="{FF2B5EF4-FFF2-40B4-BE49-F238E27FC236}">
                <a16:creationId xmlns:a16="http://schemas.microsoft.com/office/drawing/2014/main" id="{E901D344-ED89-49CF-99A7-86594AEA4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7599" cy="635000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sz="4400" b="1" i="0">
                <a:solidFill>
                  <a:schemeClr val="tx1"/>
                </a:solidFill>
                <a:latin typeface="Segoe UI Semibold" panose="020B0702040204020203" pitchFamily="34" charset="0"/>
                <a:ea typeface="Segoe UI Semibold" panose="020B0702040204020203" pitchFamily="34" charset="0"/>
                <a:cs typeface="Segoe UI Semibold" panose="020B07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BA99162F-3F7B-2242-A1B2-486A63B6C5DF}"/>
              </a:ext>
            </a:extLst>
          </p:cNvPr>
          <p:cNvSpPr>
            <a:spLocks noGrp="1"/>
          </p:cNvSpPr>
          <p:nvPr>
            <p:ph type="subTitle" idx="27"/>
          </p:nvPr>
        </p:nvSpPr>
        <p:spPr>
          <a:xfrm>
            <a:off x="457200" y="1051560"/>
            <a:ext cx="11277600" cy="685800"/>
          </a:xfrm>
        </p:spPr>
        <p:txBody>
          <a:bodyPr/>
          <a:lstStyle>
            <a:lvl1pPr marL="0" indent="0" algn="l">
              <a:buNone/>
              <a:defRPr sz="2400" b="1" i="0" spc="-60" baseline="0">
                <a:latin typeface="Segoe UI Semibold" charset="0"/>
                <a:ea typeface="Segoe UI Semibold" charset="0"/>
                <a:cs typeface="Segoe UI Semibold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FF4F531-1753-1544-8A42-F788362A04E3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529AFA16-AEC4-7D4A-82F3-BDAE8E49079E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ooter Placeholder 6" hidden="1">
            <a:extLst>
              <a:ext uri="{FF2B5EF4-FFF2-40B4-BE49-F238E27FC236}">
                <a16:creationId xmlns:a16="http://schemas.microsoft.com/office/drawing/2014/main" id="{288157B8-476F-EA4F-A047-5A8BD09DED6D}"/>
              </a:ext>
            </a:extLst>
          </p:cNvPr>
          <p:cNvSpPr txBox="1">
            <a:spLocks/>
          </p:cNvSpPr>
          <p:nvPr userDrawn="1"/>
        </p:nvSpPr>
        <p:spPr>
          <a:xfrm>
            <a:off x="10529456" y="6553200"/>
            <a:ext cx="1663691" cy="304800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800">
                <a:solidFill>
                  <a:srgbClr val="666666"/>
                </a:solidFill>
              </a:rPr>
              <a:t>MICROSOFT CONFIDENTIAL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9113A430-F6A1-4E86-9240-781A33179C75}"/>
              </a:ext>
            </a:extLst>
          </p:cNvPr>
          <p:cNvSpPr>
            <a:spLocks noGrp="1"/>
          </p:cNvSpPr>
          <p:nvPr>
            <p:ph idx="32"/>
          </p:nvPr>
        </p:nvSpPr>
        <p:spPr>
          <a:xfrm>
            <a:off x="457200" y="1866900"/>
            <a:ext cx="11277599" cy="4514047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420537814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-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Placeholder 2">
            <a:extLst>
              <a:ext uri="{FF2B5EF4-FFF2-40B4-BE49-F238E27FC236}">
                <a16:creationId xmlns:a16="http://schemas.microsoft.com/office/drawing/2014/main" id="{9AFD44FB-5EE2-4D3E-9C7F-A0CA74B39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7599" cy="594360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sz="4400" b="1" i="0">
                <a:solidFill>
                  <a:schemeClr val="tx1"/>
                </a:solidFill>
                <a:latin typeface="Segoe Pro Semibold" charset="0"/>
                <a:ea typeface="Segoe Pro Semibold" charset="0"/>
                <a:cs typeface="Segoe Pro Semibold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AC21BB0E-11FF-4849-A437-1A08AE905469}"/>
              </a:ext>
            </a:extLst>
          </p:cNvPr>
          <p:cNvSpPr>
            <a:spLocks noGrp="1"/>
          </p:cNvSpPr>
          <p:nvPr>
            <p:ph type="subTitle" idx="27"/>
          </p:nvPr>
        </p:nvSpPr>
        <p:spPr>
          <a:xfrm>
            <a:off x="457200" y="1051560"/>
            <a:ext cx="11277600" cy="685800"/>
          </a:xfrm>
        </p:spPr>
        <p:txBody>
          <a:bodyPr/>
          <a:lstStyle>
            <a:lvl1pPr marL="0" indent="0" algn="l">
              <a:buNone/>
              <a:defRPr sz="2400" b="1" i="0" spc="-60" baseline="0">
                <a:latin typeface="Segoe UI Semibold" charset="0"/>
                <a:ea typeface="Segoe UI Semibold" charset="0"/>
                <a:cs typeface="Segoe UI Semibold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E8743FE-41B9-984E-A69D-ECABFEB0E741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fld id="{BEB35CCB-FF49-4788-B761-7608AB55A0BC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527732AA-D7B1-48A6-8C12-8974C5F0A104}"/>
              </a:ext>
            </a:extLst>
          </p:cNvPr>
          <p:cNvSpPr>
            <a:spLocks noGrp="1"/>
          </p:cNvSpPr>
          <p:nvPr>
            <p:ph idx="26"/>
          </p:nvPr>
        </p:nvSpPr>
        <p:spPr>
          <a:xfrm>
            <a:off x="6111904" y="1866900"/>
            <a:ext cx="5622896" cy="4514047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C3475C84-786C-409E-B9CE-2261308DA6EF}"/>
              </a:ext>
            </a:extLst>
          </p:cNvPr>
          <p:cNvSpPr>
            <a:spLocks noGrp="1"/>
          </p:cNvSpPr>
          <p:nvPr>
            <p:ph idx="33"/>
          </p:nvPr>
        </p:nvSpPr>
        <p:spPr>
          <a:xfrm>
            <a:off x="465151" y="1866900"/>
            <a:ext cx="5646753" cy="4514047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2904859816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ntent Small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9386A6-1B24-F24E-ACF1-EA03F8741407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529AFA16-AEC4-7D4A-82F3-BDAE8E49079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6493970"/>
      </p:ext>
    </p:extLst>
  </p:cSld>
  <p:clrMapOvr>
    <a:masterClrMapping/>
  </p:clrMapOvr>
  <p:transition>
    <p:fade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+ Sub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57201"/>
            <a:ext cx="11277599" cy="594360"/>
          </a:xfrm>
        </p:spPr>
        <p:txBody>
          <a:bodyPr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7D5C19BA-6DD0-2341-932F-962FA328D5D7}"/>
              </a:ext>
            </a:extLst>
          </p:cNvPr>
          <p:cNvSpPr>
            <a:spLocks noGrp="1"/>
          </p:cNvSpPr>
          <p:nvPr>
            <p:ph type="subTitle" idx="27"/>
          </p:nvPr>
        </p:nvSpPr>
        <p:spPr>
          <a:xfrm>
            <a:off x="457200" y="1051560"/>
            <a:ext cx="11277600" cy="685800"/>
          </a:xfrm>
        </p:spPr>
        <p:txBody>
          <a:bodyPr/>
          <a:lstStyle>
            <a:lvl1pPr marL="0" indent="0" algn="l">
              <a:buNone/>
              <a:defRPr sz="2400" b="1" i="0" spc="-60" baseline="0">
                <a:latin typeface="Segoe UI Semibold" charset="0"/>
                <a:ea typeface="Segoe UI Semibold" charset="0"/>
                <a:cs typeface="Segoe UI Semibold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9386A6-1B24-F24E-ACF1-EA03F8741407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529AFA16-AEC4-7D4A-82F3-BDAE8E49079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5986842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18" Type="http://schemas.openxmlformats.org/officeDocument/2006/relationships/slideLayout" Target="../slideLayouts/slideLayout29.xml"/><Relationship Id="rId3" Type="http://schemas.openxmlformats.org/officeDocument/2006/relationships/slideLayout" Target="../slideLayouts/slideLayout14.xml"/><Relationship Id="rId21" Type="http://schemas.openxmlformats.org/officeDocument/2006/relationships/slideLayout" Target="../slideLayouts/slideLayout32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20" Type="http://schemas.openxmlformats.org/officeDocument/2006/relationships/slideLayout" Target="../slideLayouts/slideLayout31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24" Type="http://schemas.openxmlformats.org/officeDocument/2006/relationships/theme" Target="../theme/theme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23" Type="http://schemas.openxmlformats.org/officeDocument/2006/relationships/slideLayout" Target="../slideLayouts/slideLayout34.xml"/><Relationship Id="rId10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30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Relationship Id="rId22" Type="http://schemas.openxmlformats.org/officeDocument/2006/relationships/slideLayout" Target="../slideLayouts/slideLayout3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1CBCB5-F62F-435C-A913-4F0A4C74D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333D83-E0D0-4532-0F83-02459B69FC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F98378-41B2-A437-33E7-ECD7AF4885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3D9698-1D11-1543-ADE1-5BEB9308551E}" type="datetimeFigureOut">
              <a:rPr lang="en-US" smtClean="0"/>
              <a:t>5/16/25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5B905E-036D-43DB-2093-3A4826EFB9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68D345-F4E0-7209-7AD7-621FD32146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58432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</a:t>
            </a:r>
          </a:p>
          <a:p>
            <a:pPr lvl="6"/>
            <a:r>
              <a:rPr lang="en-US"/>
              <a:t>Seven</a:t>
            </a:r>
          </a:p>
          <a:p>
            <a:pPr lvl="7"/>
            <a:r>
              <a:rPr lang="en-US"/>
              <a:t>Eight</a:t>
            </a:r>
          </a:p>
          <a:p>
            <a:pPr lvl="8"/>
            <a:r>
              <a:rPr lang="en-US"/>
              <a:t>nine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B61BEF0D-F0BB-DE4B-95CE-6DB70DBA9567}" type="datetimeFigureOut">
              <a:rPr lang="en-US" dirty="0"/>
              <a:pPr/>
              <a:t>5/16/25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964540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solidFill>
            <a:schemeClr val="accent1"/>
          </a:soli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20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8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6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4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4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2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2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2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2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Grafik 3" descr="Ein Bild, das draußen, Gras, Himmel, Pflanze enthält.&#10;&#10;Beschreibung automatisch generiert.">
            <a:extLst>
              <a:ext uri="{FF2B5EF4-FFF2-40B4-BE49-F238E27FC236}">
                <a16:creationId xmlns:a16="http://schemas.microsoft.com/office/drawing/2014/main" id="{32CEF6C6-D0FB-C1E7-A808-E53736914C9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091" r="13818"/>
          <a:stretch/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477980" y="1122363"/>
            <a:ext cx="8668512" cy="3204134"/>
          </a:xfrm>
        </p:spPr>
        <p:txBody>
          <a:bodyPr anchor="b">
            <a:normAutofit/>
          </a:bodyPr>
          <a:lstStyle/>
          <a:p>
            <a:pPr algn="l"/>
            <a:r>
              <a:rPr lang="de-DE" sz="4000" dirty="0" err="1">
                <a:solidFill>
                  <a:schemeClr val="bg1"/>
                </a:solidFill>
                <a:cs typeface="Calibri Light"/>
              </a:rPr>
              <a:t>Navigating</a:t>
            </a:r>
            <a:r>
              <a:rPr lang="de-DE" sz="4000" dirty="0">
                <a:solidFill>
                  <a:schemeClr val="bg1"/>
                </a:solidFill>
                <a:cs typeface="Calibri Light"/>
              </a:rPr>
              <a:t> </a:t>
            </a:r>
            <a:r>
              <a:rPr lang="de-DE" sz="4000" dirty="0" err="1">
                <a:solidFill>
                  <a:schemeClr val="bg1"/>
                </a:solidFill>
                <a:cs typeface="Calibri Light"/>
              </a:rPr>
              <a:t>through</a:t>
            </a:r>
            <a:r>
              <a:rPr lang="de-DE" sz="4800" dirty="0">
                <a:solidFill>
                  <a:schemeClr val="bg1"/>
                </a:solidFill>
                <a:cs typeface="Calibri Light"/>
              </a:rPr>
              <a:t> </a:t>
            </a:r>
            <a:r>
              <a:rPr lang="de-DE" sz="4000" dirty="0" err="1">
                <a:solidFill>
                  <a:schemeClr val="bg1"/>
                </a:solidFill>
                <a:cs typeface="Calibri Light"/>
              </a:rPr>
              <a:t>the</a:t>
            </a:r>
            <a:br>
              <a:rPr lang="de-DE" sz="4000" dirty="0">
                <a:solidFill>
                  <a:schemeClr val="bg1"/>
                </a:solidFill>
                <a:cs typeface="Calibri Light"/>
              </a:rPr>
            </a:br>
            <a:r>
              <a:rPr lang="de-DE" sz="4800" dirty="0">
                <a:solidFill>
                  <a:schemeClr val="accent2"/>
                </a:solidFill>
                <a:cs typeface="Calibri Light"/>
              </a:rPr>
              <a:t>Azure Messaging</a:t>
            </a:r>
            <a:br>
              <a:rPr lang="de-DE" sz="4800" dirty="0">
                <a:solidFill>
                  <a:schemeClr val="accent2"/>
                </a:solidFill>
                <a:cs typeface="Calibri Light"/>
              </a:rPr>
            </a:br>
            <a:r>
              <a:rPr lang="de-DE" sz="4000" dirty="0">
                <a:solidFill>
                  <a:schemeClr val="bg1"/>
                </a:solidFill>
                <a:cs typeface="Calibri Light"/>
              </a:rPr>
              <a:t>(</a:t>
            </a:r>
            <a:r>
              <a:rPr lang="de-DE" sz="4000" dirty="0" err="1">
                <a:solidFill>
                  <a:schemeClr val="bg1"/>
                </a:solidFill>
                <a:cs typeface="Calibri Light"/>
              </a:rPr>
              <a:t>over</a:t>
            </a:r>
            <a:r>
              <a:rPr lang="de-DE" sz="4000" dirty="0">
                <a:solidFill>
                  <a:schemeClr val="bg1"/>
                </a:solidFill>
                <a:cs typeface="Calibri Light"/>
              </a:rPr>
              <a:t>)</a:t>
            </a:r>
            <a:r>
              <a:rPr lang="de-DE" sz="4000" dirty="0" err="1">
                <a:solidFill>
                  <a:schemeClr val="bg1"/>
                </a:solidFill>
                <a:cs typeface="Calibri Light"/>
              </a:rPr>
              <a:t>choice</a:t>
            </a:r>
            <a:endParaRPr lang="de-DE" sz="4800" dirty="0">
              <a:solidFill>
                <a:schemeClr val="bg1"/>
              </a:solidFill>
              <a:cs typeface="Calibri Light"/>
            </a:endParaRP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477980" y="4872922"/>
            <a:ext cx="4023359" cy="1208141"/>
          </a:xfrm>
        </p:spPr>
        <p:txBody>
          <a:bodyPr>
            <a:normAutofit/>
          </a:bodyPr>
          <a:lstStyle/>
          <a:p>
            <a:pPr algn="l"/>
            <a:r>
              <a:rPr lang="de-DE" sz="2000" dirty="0" err="1">
                <a:solidFill>
                  <a:schemeClr val="accent2"/>
                </a:solidFill>
              </a:rPr>
              <a:t>daniel.marbach@particular.net</a:t>
            </a:r>
            <a:endParaRPr lang="de-DE" sz="2000" dirty="0">
              <a:solidFill>
                <a:schemeClr val="accent2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774998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diagram&#10;&#10;AI-generated content may be incorrect.">
            <a:extLst>
              <a:ext uri="{FF2B5EF4-FFF2-40B4-BE49-F238E27FC236}">
                <a16:creationId xmlns:a16="http://schemas.microsoft.com/office/drawing/2014/main" id="{33DA5C85-9FA4-1746-65F4-689C1EBA95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-1"/>
            <a:ext cx="9997440" cy="7682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36777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1750671-0F9B-0268-3E74-3E55EA29B4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1600200"/>
            <a:ext cx="12060195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80981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B03A69E-77D8-D58D-3FDF-7FA7A93283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769670"/>
            <a:ext cx="12164463" cy="5318661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6C44AD07-018A-FE20-54B3-1B44D9172A15}"/>
              </a:ext>
            </a:extLst>
          </p:cNvPr>
          <p:cNvSpPr/>
          <p:nvPr/>
        </p:nvSpPr>
        <p:spPr>
          <a:xfrm>
            <a:off x="1752600" y="2921000"/>
            <a:ext cx="825500" cy="6985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0163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A4CB01D-ED5B-D745-02FA-D663547186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62" y="795070"/>
            <a:ext cx="12048276" cy="5267861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74F3B7E5-AAEC-7F09-9D10-5C795BF1AE25}"/>
              </a:ext>
            </a:extLst>
          </p:cNvPr>
          <p:cNvSpPr/>
          <p:nvPr/>
        </p:nvSpPr>
        <p:spPr>
          <a:xfrm>
            <a:off x="1727200" y="3873500"/>
            <a:ext cx="825500" cy="6985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63788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5D9FC6AC-4A12-4825-8ABE-0732B8EF4D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B4236C0-5D95-F348-E3E9-F604920DFA0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6" r="1" b="40673"/>
          <a:stretch>
            <a:fillRect/>
          </a:stretch>
        </p:blipFill>
        <p:spPr>
          <a:xfrm>
            <a:off x="1" y="10"/>
            <a:ext cx="11862683" cy="6857990"/>
          </a:xfrm>
          <a:custGeom>
            <a:avLst/>
            <a:gdLst/>
            <a:ahLst/>
            <a:cxnLst/>
            <a:rect l="l" t="t" r="r" b="b"/>
            <a:pathLst>
              <a:path w="11862683" h="6858000">
                <a:moveTo>
                  <a:pt x="0" y="0"/>
                </a:moveTo>
                <a:lnTo>
                  <a:pt x="4038600" y="0"/>
                </a:lnTo>
                <a:lnTo>
                  <a:pt x="4114800" y="0"/>
                </a:lnTo>
                <a:lnTo>
                  <a:pt x="4282294" y="0"/>
                </a:lnTo>
                <a:lnTo>
                  <a:pt x="6139260" y="0"/>
                </a:lnTo>
                <a:lnTo>
                  <a:pt x="6362810" y="0"/>
                </a:lnTo>
                <a:lnTo>
                  <a:pt x="7272221" y="0"/>
                </a:lnTo>
                <a:lnTo>
                  <a:pt x="10815342" y="0"/>
                </a:lnTo>
                <a:cubicBezTo>
                  <a:pt x="10709672" y="35571"/>
                  <a:pt x="10607020" y="78255"/>
                  <a:pt x="10501350" y="110269"/>
                </a:cubicBezTo>
                <a:cubicBezTo>
                  <a:pt x="10516447" y="145839"/>
                  <a:pt x="10531542" y="138725"/>
                  <a:pt x="10546639" y="135168"/>
                </a:cubicBezTo>
                <a:cubicBezTo>
                  <a:pt x="10637212" y="120941"/>
                  <a:pt x="10730806" y="110269"/>
                  <a:pt x="10818360" y="71141"/>
                </a:cubicBezTo>
                <a:cubicBezTo>
                  <a:pt x="10839496" y="64027"/>
                  <a:pt x="10863648" y="64027"/>
                  <a:pt x="10872705" y="88927"/>
                </a:cubicBezTo>
                <a:cubicBezTo>
                  <a:pt x="10887801" y="124497"/>
                  <a:pt x="10866668" y="145839"/>
                  <a:pt x="10845532" y="163625"/>
                </a:cubicBezTo>
                <a:cubicBezTo>
                  <a:pt x="10809304" y="195638"/>
                  <a:pt x="10767036" y="188525"/>
                  <a:pt x="10727787" y="192082"/>
                </a:cubicBezTo>
                <a:cubicBezTo>
                  <a:pt x="10619098" y="209867"/>
                  <a:pt x="10567772" y="259665"/>
                  <a:pt x="10543619" y="373491"/>
                </a:cubicBezTo>
                <a:cubicBezTo>
                  <a:pt x="10637212" y="327250"/>
                  <a:pt x="10730806" y="384162"/>
                  <a:pt x="10821380" y="352148"/>
                </a:cubicBezTo>
                <a:cubicBezTo>
                  <a:pt x="10845532" y="345034"/>
                  <a:pt x="10881763" y="355706"/>
                  <a:pt x="10869686" y="394834"/>
                </a:cubicBezTo>
                <a:cubicBezTo>
                  <a:pt x="10857610" y="430405"/>
                  <a:pt x="10818360" y="458860"/>
                  <a:pt x="10887801" y="451747"/>
                </a:cubicBezTo>
                <a:cubicBezTo>
                  <a:pt x="10939127" y="448189"/>
                  <a:pt x="10954222" y="405504"/>
                  <a:pt x="10969318" y="359262"/>
                </a:cubicBezTo>
                <a:cubicBezTo>
                  <a:pt x="10981394" y="334364"/>
                  <a:pt x="11014605" y="320135"/>
                  <a:pt x="11038758" y="334364"/>
                </a:cubicBezTo>
                <a:cubicBezTo>
                  <a:pt x="11068949" y="348592"/>
                  <a:pt x="11059892" y="387720"/>
                  <a:pt x="11059892" y="416176"/>
                </a:cubicBezTo>
                <a:cubicBezTo>
                  <a:pt x="11062912" y="469532"/>
                  <a:pt x="11038758" y="494431"/>
                  <a:pt x="10996491" y="505101"/>
                </a:cubicBezTo>
                <a:cubicBezTo>
                  <a:pt x="10945164" y="519330"/>
                  <a:pt x="10893840" y="537116"/>
                  <a:pt x="10827418" y="558458"/>
                </a:cubicBezTo>
                <a:cubicBezTo>
                  <a:pt x="10899878" y="594028"/>
                  <a:pt x="10954222" y="586915"/>
                  <a:pt x="11008566" y="558458"/>
                </a:cubicBezTo>
                <a:cubicBezTo>
                  <a:pt x="11074988" y="526444"/>
                  <a:pt x="11162542" y="483759"/>
                  <a:pt x="11216886" y="522887"/>
                </a:cubicBezTo>
                <a:cubicBezTo>
                  <a:pt x="11298403" y="579800"/>
                  <a:pt x="11364824" y="544229"/>
                  <a:pt x="11437284" y="533558"/>
                </a:cubicBezTo>
                <a:cubicBezTo>
                  <a:pt x="11588242" y="512216"/>
                  <a:pt x="11494648" y="480203"/>
                  <a:pt x="11645605" y="462417"/>
                </a:cubicBezTo>
                <a:cubicBezTo>
                  <a:pt x="11705988" y="455303"/>
                  <a:pt x="11769390" y="426847"/>
                  <a:pt x="11856944" y="465975"/>
                </a:cubicBezTo>
                <a:cubicBezTo>
                  <a:pt x="11461437" y="672284"/>
                  <a:pt x="11274250" y="658055"/>
                  <a:pt x="10921012" y="910606"/>
                </a:cubicBezTo>
                <a:cubicBezTo>
                  <a:pt x="10936107" y="935506"/>
                  <a:pt x="10951202" y="924835"/>
                  <a:pt x="10966299" y="921277"/>
                </a:cubicBezTo>
                <a:cubicBezTo>
                  <a:pt x="10990452" y="917720"/>
                  <a:pt x="11020644" y="903491"/>
                  <a:pt x="11026682" y="949734"/>
                </a:cubicBezTo>
                <a:cubicBezTo>
                  <a:pt x="11029702" y="985305"/>
                  <a:pt x="11011585" y="1003089"/>
                  <a:pt x="10981394" y="1006647"/>
                </a:cubicBezTo>
                <a:cubicBezTo>
                  <a:pt x="10893840" y="1020875"/>
                  <a:pt x="10815342" y="1070674"/>
                  <a:pt x="10736844" y="1113358"/>
                </a:cubicBezTo>
                <a:cubicBezTo>
                  <a:pt x="10700615" y="1131144"/>
                  <a:pt x="10661366" y="1156043"/>
                  <a:pt x="10676462" y="1220069"/>
                </a:cubicBezTo>
                <a:cubicBezTo>
                  <a:pt x="10706652" y="1237855"/>
                  <a:pt x="10727787" y="1212955"/>
                  <a:pt x="10751940" y="1209399"/>
                </a:cubicBezTo>
                <a:cubicBezTo>
                  <a:pt x="10776093" y="1205842"/>
                  <a:pt x="10833457" y="1220069"/>
                  <a:pt x="10818360" y="1230741"/>
                </a:cubicBezTo>
                <a:cubicBezTo>
                  <a:pt x="10748920" y="1269868"/>
                  <a:pt x="10875724" y="1365909"/>
                  <a:pt x="10791190" y="1365909"/>
                </a:cubicBezTo>
                <a:cubicBezTo>
                  <a:pt x="10652309" y="1365909"/>
                  <a:pt x="10576830" y="1536647"/>
                  <a:pt x="10443988" y="1540204"/>
                </a:cubicBezTo>
                <a:cubicBezTo>
                  <a:pt x="10422854" y="1540204"/>
                  <a:pt x="10413797" y="1572219"/>
                  <a:pt x="10413797" y="1597117"/>
                </a:cubicBezTo>
                <a:cubicBezTo>
                  <a:pt x="10413797" y="1629132"/>
                  <a:pt x="10434930" y="1632688"/>
                  <a:pt x="10456064" y="1636245"/>
                </a:cubicBezTo>
                <a:cubicBezTo>
                  <a:pt x="10489275" y="1639802"/>
                  <a:pt x="10525504" y="1597117"/>
                  <a:pt x="10567772" y="1657587"/>
                </a:cubicBezTo>
                <a:cubicBezTo>
                  <a:pt x="10489275" y="1693158"/>
                  <a:pt x="10407758" y="1728729"/>
                  <a:pt x="10410777" y="1849668"/>
                </a:cubicBezTo>
                <a:cubicBezTo>
                  <a:pt x="10410777" y="1881683"/>
                  <a:pt x="10377566" y="1895910"/>
                  <a:pt x="10353413" y="1903025"/>
                </a:cubicBezTo>
                <a:cubicBezTo>
                  <a:pt x="10311146" y="1917252"/>
                  <a:pt x="10277935" y="1938595"/>
                  <a:pt x="10253782" y="1984836"/>
                </a:cubicBezTo>
                <a:cubicBezTo>
                  <a:pt x="10253782" y="1995507"/>
                  <a:pt x="10253782" y="2002622"/>
                  <a:pt x="10253782" y="2013292"/>
                </a:cubicBezTo>
                <a:cubicBezTo>
                  <a:pt x="10259820" y="2123562"/>
                  <a:pt x="10320202" y="2120004"/>
                  <a:pt x="10386624" y="2102219"/>
                </a:cubicBezTo>
                <a:cubicBezTo>
                  <a:pt x="10465122" y="2080877"/>
                  <a:pt x="10543619" y="2038192"/>
                  <a:pt x="10628156" y="2077320"/>
                </a:cubicBezTo>
                <a:cubicBezTo>
                  <a:pt x="10510408" y="2130676"/>
                  <a:pt x="10380586" y="2134233"/>
                  <a:pt x="10271896" y="2208931"/>
                </a:cubicBezTo>
                <a:cubicBezTo>
                  <a:pt x="10676462" y="2223159"/>
                  <a:pt x="11032720" y="1984836"/>
                  <a:pt x="11425208" y="1892353"/>
                </a:cubicBezTo>
                <a:cubicBezTo>
                  <a:pt x="11413131" y="1952823"/>
                  <a:pt x="11379920" y="1967051"/>
                  <a:pt x="11352748" y="1974165"/>
                </a:cubicBezTo>
                <a:cubicBezTo>
                  <a:pt x="11207830" y="2020407"/>
                  <a:pt x="11081026" y="2112891"/>
                  <a:pt x="10948184" y="2191146"/>
                </a:cubicBezTo>
                <a:cubicBezTo>
                  <a:pt x="10893840" y="2223159"/>
                  <a:pt x="10854590" y="2258731"/>
                  <a:pt x="10833457" y="2326314"/>
                </a:cubicBezTo>
                <a:cubicBezTo>
                  <a:pt x="10815342" y="2390340"/>
                  <a:pt x="10779112" y="2418796"/>
                  <a:pt x="10712690" y="2401012"/>
                </a:cubicBezTo>
                <a:cubicBezTo>
                  <a:pt x="10658346" y="2386784"/>
                  <a:pt x="10600982" y="2393898"/>
                  <a:pt x="10543619" y="2401012"/>
                </a:cubicBezTo>
                <a:cubicBezTo>
                  <a:pt x="10480218" y="2408126"/>
                  <a:pt x="10407758" y="2479267"/>
                  <a:pt x="10422854" y="2518395"/>
                </a:cubicBezTo>
                <a:cubicBezTo>
                  <a:pt x="10453044" y="2582422"/>
                  <a:pt x="10504370" y="2550408"/>
                  <a:pt x="10546639" y="2543294"/>
                </a:cubicBezTo>
                <a:cubicBezTo>
                  <a:pt x="10597964" y="2536181"/>
                  <a:pt x="10691556" y="2518395"/>
                  <a:pt x="10691556" y="2525509"/>
                </a:cubicBezTo>
                <a:cubicBezTo>
                  <a:pt x="10724768" y="2685576"/>
                  <a:pt x="10800246" y="2564636"/>
                  <a:pt x="10854590" y="2564636"/>
                </a:cubicBezTo>
                <a:cubicBezTo>
                  <a:pt x="10905916" y="2564636"/>
                  <a:pt x="10957241" y="2546851"/>
                  <a:pt x="11005548" y="2532623"/>
                </a:cubicBezTo>
                <a:cubicBezTo>
                  <a:pt x="11068949" y="2514837"/>
                  <a:pt x="11126312" y="2546851"/>
                  <a:pt x="11186696" y="2553965"/>
                </a:cubicBezTo>
                <a:cubicBezTo>
                  <a:pt x="11241040" y="2561080"/>
                  <a:pt x="11210850" y="2653563"/>
                  <a:pt x="11244060" y="2692689"/>
                </a:cubicBezTo>
                <a:cubicBezTo>
                  <a:pt x="11250097" y="2703362"/>
                  <a:pt x="11256136" y="2703362"/>
                  <a:pt x="11262174" y="2703362"/>
                </a:cubicBezTo>
                <a:cubicBezTo>
                  <a:pt x="11280289" y="2980812"/>
                  <a:pt x="11597299" y="2913227"/>
                  <a:pt x="11597299" y="2923898"/>
                </a:cubicBezTo>
                <a:cubicBezTo>
                  <a:pt x="11624471" y="2941684"/>
                  <a:pt x="11657682" y="2899000"/>
                  <a:pt x="11690892" y="2941684"/>
                </a:cubicBezTo>
                <a:cubicBezTo>
                  <a:pt x="11548993" y="3137322"/>
                  <a:pt x="11331614" y="3183563"/>
                  <a:pt x="11138390" y="3329402"/>
                </a:cubicBezTo>
                <a:cubicBezTo>
                  <a:pt x="11298403" y="3379202"/>
                  <a:pt x="11391998" y="3208463"/>
                  <a:pt x="11509744" y="3229805"/>
                </a:cubicBezTo>
                <a:cubicBezTo>
                  <a:pt x="11567107" y="3283162"/>
                  <a:pt x="11395016" y="3368530"/>
                  <a:pt x="11561068" y="3393429"/>
                </a:cubicBezTo>
                <a:cubicBezTo>
                  <a:pt x="11488610" y="3439672"/>
                  <a:pt x="11437284" y="3485914"/>
                  <a:pt x="11385959" y="3539269"/>
                </a:cubicBezTo>
                <a:cubicBezTo>
                  <a:pt x="11298403" y="3635309"/>
                  <a:pt x="11280289" y="3699337"/>
                  <a:pt x="11322556" y="3827390"/>
                </a:cubicBezTo>
                <a:cubicBezTo>
                  <a:pt x="11349730" y="3912759"/>
                  <a:pt x="11388978" y="3991015"/>
                  <a:pt x="11352748" y="4090612"/>
                </a:cubicBezTo>
                <a:cubicBezTo>
                  <a:pt x="11328595" y="4158196"/>
                  <a:pt x="11337653" y="4204438"/>
                  <a:pt x="11428226" y="4172424"/>
                </a:cubicBezTo>
                <a:cubicBezTo>
                  <a:pt x="11524840" y="4140411"/>
                  <a:pt x="11561068" y="4200882"/>
                  <a:pt x="11536915" y="4321821"/>
                </a:cubicBezTo>
                <a:cubicBezTo>
                  <a:pt x="11521821" y="4400076"/>
                  <a:pt x="11536915" y="4424975"/>
                  <a:pt x="11603338" y="4414305"/>
                </a:cubicBezTo>
                <a:cubicBezTo>
                  <a:pt x="11675796" y="4403633"/>
                  <a:pt x="11745236" y="4353835"/>
                  <a:pt x="11835811" y="4378734"/>
                </a:cubicBezTo>
                <a:cubicBezTo>
                  <a:pt x="11763352" y="4521016"/>
                  <a:pt x="11609374" y="4478331"/>
                  <a:pt x="11524840" y="4613499"/>
                </a:cubicBezTo>
                <a:cubicBezTo>
                  <a:pt x="11624471" y="4613499"/>
                  <a:pt x="11702969" y="4613499"/>
                  <a:pt x="11775427" y="4585042"/>
                </a:cubicBezTo>
                <a:cubicBezTo>
                  <a:pt x="11805619" y="4574373"/>
                  <a:pt x="11838830" y="4560144"/>
                  <a:pt x="11856944" y="4602828"/>
                </a:cubicBezTo>
                <a:cubicBezTo>
                  <a:pt x="11878080" y="4652628"/>
                  <a:pt x="11835811" y="4670412"/>
                  <a:pt x="11811658" y="4677526"/>
                </a:cubicBezTo>
                <a:cubicBezTo>
                  <a:pt x="11742216" y="4702425"/>
                  <a:pt x="11687874" y="4759339"/>
                  <a:pt x="11627490" y="4805580"/>
                </a:cubicBezTo>
                <a:cubicBezTo>
                  <a:pt x="11497668" y="4905177"/>
                  <a:pt x="11355767" y="4990547"/>
                  <a:pt x="11247078" y="5154171"/>
                </a:cubicBezTo>
                <a:cubicBezTo>
                  <a:pt x="11382940" y="5111487"/>
                  <a:pt x="11485590" y="5011889"/>
                  <a:pt x="11615414" y="4994104"/>
                </a:cubicBezTo>
                <a:cubicBezTo>
                  <a:pt x="11503704" y="5143500"/>
                  <a:pt x="11361806" y="5243097"/>
                  <a:pt x="11228964" y="5353367"/>
                </a:cubicBezTo>
                <a:cubicBezTo>
                  <a:pt x="11189714" y="5385379"/>
                  <a:pt x="11150466" y="5406721"/>
                  <a:pt x="11144428" y="5474306"/>
                </a:cubicBezTo>
                <a:cubicBezTo>
                  <a:pt x="11126312" y="5605917"/>
                  <a:pt x="11078008" y="5712629"/>
                  <a:pt x="10969318" y="5769542"/>
                </a:cubicBezTo>
                <a:cubicBezTo>
                  <a:pt x="10969318" y="5769542"/>
                  <a:pt x="10975356" y="5790884"/>
                  <a:pt x="10978374" y="5801555"/>
                </a:cubicBezTo>
                <a:cubicBezTo>
                  <a:pt x="11044797" y="5805112"/>
                  <a:pt x="11096122" y="5726858"/>
                  <a:pt x="11177639" y="5755314"/>
                </a:cubicBezTo>
                <a:cubicBezTo>
                  <a:pt x="11096122" y="5862025"/>
                  <a:pt x="11029702" y="5954508"/>
                  <a:pt x="10917992" y="6004307"/>
                </a:cubicBezTo>
                <a:cubicBezTo>
                  <a:pt x="10827418" y="6043434"/>
                  <a:pt x="10715710" y="6068335"/>
                  <a:pt x="10649289" y="6196388"/>
                </a:cubicBezTo>
                <a:cubicBezTo>
                  <a:pt x="10724768" y="6221287"/>
                  <a:pt x="10782132" y="6189274"/>
                  <a:pt x="10839496" y="6167932"/>
                </a:cubicBezTo>
                <a:cubicBezTo>
                  <a:pt x="10927050" y="6132361"/>
                  <a:pt x="11014605" y="6093234"/>
                  <a:pt x="11102160" y="6057663"/>
                </a:cubicBezTo>
                <a:cubicBezTo>
                  <a:pt x="11135372" y="6043434"/>
                  <a:pt x="11171600" y="6036320"/>
                  <a:pt x="11192734" y="6100347"/>
                </a:cubicBezTo>
                <a:cubicBezTo>
                  <a:pt x="11081026" y="6114575"/>
                  <a:pt x="11014605" y="6199945"/>
                  <a:pt x="10945164" y="6281757"/>
                </a:cubicBezTo>
                <a:cubicBezTo>
                  <a:pt x="10905916" y="6327999"/>
                  <a:pt x="10872705" y="6388469"/>
                  <a:pt x="10803265" y="6367127"/>
                </a:cubicBezTo>
                <a:cubicBezTo>
                  <a:pt x="10767036" y="6356456"/>
                  <a:pt x="10742882" y="6388469"/>
                  <a:pt x="10745901" y="6431153"/>
                </a:cubicBezTo>
                <a:cubicBezTo>
                  <a:pt x="10760998" y="6580550"/>
                  <a:pt x="10673442" y="6630349"/>
                  <a:pt x="10582868" y="6658805"/>
                </a:cubicBezTo>
                <a:cubicBezTo>
                  <a:pt x="10450026" y="6701489"/>
                  <a:pt x="10332280" y="6786859"/>
                  <a:pt x="10208496" y="6858000"/>
                </a:cubicBezTo>
                <a:lnTo>
                  <a:pt x="7272221" y="6858000"/>
                </a:lnTo>
                <a:lnTo>
                  <a:pt x="6362810" y="6858000"/>
                </a:lnTo>
                <a:lnTo>
                  <a:pt x="6139260" y="6858000"/>
                </a:lnTo>
                <a:lnTo>
                  <a:pt x="4282294" y="6858000"/>
                </a:lnTo>
                <a:lnTo>
                  <a:pt x="4114800" y="6858000"/>
                </a:lnTo>
                <a:lnTo>
                  <a:pt x="4038600" y="6858000"/>
                </a:lnTo>
                <a:lnTo>
                  <a:pt x="0" y="685800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2168747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62F36F2-7B7D-570D-334B-9B47E793A9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" y="209760"/>
            <a:ext cx="12077700" cy="643848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1AD474D-D445-D2D5-5F00-B946B1D47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" name="Content Placeholder 7" descr="Alarm Ringing with solid fill">
            <a:extLst>
              <a:ext uri="{FF2B5EF4-FFF2-40B4-BE49-F238E27FC236}">
                <a16:creationId xmlns:a16="http://schemas.microsoft.com/office/drawing/2014/main" id="{339F08AD-95DE-0920-00AD-364123E7C6F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324100" y="4744244"/>
            <a:ext cx="914400" cy="914400"/>
          </a:xfrm>
        </p:spPr>
      </p:pic>
      <p:sp>
        <p:nvSpPr>
          <p:cNvPr id="6" name="Right Arrow 5">
            <a:extLst>
              <a:ext uri="{FF2B5EF4-FFF2-40B4-BE49-F238E27FC236}">
                <a16:creationId xmlns:a16="http://schemas.microsoft.com/office/drawing/2014/main" id="{850B46B7-13C1-5C25-A847-46DA1BE55ED4}"/>
              </a:ext>
            </a:extLst>
          </p:cNvPr>
          <p:cNvSpPr/>
          <p:nvPr/>
        </p:nvSpPr>
        <p:spPr>
          <a:xfrm>
            <a:off x="7991475" y="3200400"/>
            <a:ext cx="619125" cy="3048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50807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70B758A-9E99-1A28-C8BC-1D11D83E448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8100"/>
          <a:stretch/>
        </p:blipFill>
        <p:spPr>
          <a:xfrm>
            <a:off x="642937" y="4822"/>
            <a:ext cx="10515599" cy="685317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DCF24E0-E9BC-84DC-1438-CE2B0E255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F71935-30DD-ECF8-0C2D-6DE16BF95E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F44ACCF-BEA7-0B93-E691-2C882EBE9E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" y="1384425"/>
            <a:ext cx="12145043" cy="4073399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91F99012-9DC9-FEE8-AEF0-47BD416C3C74}"/>
              </a:ext>
            </a:extLst>
          </p:cNvPr>
          <p:cNvGrpSpPr/>
          <p:nvPr/>
        </p:nvGrpSpPr>
        <p:grpSpPr>
          <a:xfrm>
            <a:off x="642937" y="0"/>
            <a:ext cx="10906125" cy="6858224"/>
            <a:chOff x="642937" y="0"/>
            <a:chExt cx="10906125" cy="6858224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0E4B6277-361C-793B-4C6A-64A60AD442A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42937" y="0"/>
              <a:ext cx="10906125" cy="6858224"/>
            </a:xfrm>
            <a:prstGeom prst="rect">
              <a:avLst/>
            </a:prstGeom>
          </p:spPr>
        </p:pic>
        <p:sp>
          <p:nvSpPr>
            <p:cNvPr id="7" name="Right Arrow 6">
              <a:extLst>
                <a:ext uri="{FF2B5EF4-FFF2-40B4-BE49-F238E27FC236}">
                  <a16:creationId xmlns:a16="http://schemas.microsoft.com/office/drawing/2014/main" id="{35E121BC-B901-3B78-09CA-D77D60134FC9}"/>
                </a:ext>
              </a:extLst>
            </p:cNvPr>
            <p:cNvSpPr/>
            <p:nvPr/>
          </p:nvSpPr>
          <p:spPr>
            <a:xfrm>
              <a:off x="2476500" y="5727586"/>
              <a:ext cx="981075" cy="584314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redeploy</a:t>
              </a:r>
              <a:endParaRPr lang="en-US" sz="700" dirty="0"/>
            </a:p>
          </p:txBody>
        </p:sp>
        <p:sp>
          <p:nvSpPr>
            <p:cNvPr id="8" name="Right Arrow 7">
              <a:extLst>
                <a:ext uri="{FF2B5EF4-FFF2-40B4-BE49-F238E27FC236}">
                  <a16:creationId xmlns:a16="http://schemas.microsoft.com/office/drawing/2014/main" id="{3B29DE58-DAD7-6299-315B-455F234405BB}"/>
                </a:ext>
              </a:extLst>
            </p:cNvPr>
            <p:cNvSpPr/>
            <p:nvPr/>
          </p:nvSpPr>
          <p:spPr>
            <a:xfrm rot="1704765">
              <a:off x="3537501" y="4199510"/>
              <a:ext cx="981075" cy="584314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redeploy</a:t>
              </a:r>
              <a:endParaRPr lang="en-US" sz="700" dirty="0"/>
            </a:p>
          </p:txBody>
        </p:sp>
        <p:sp>
          <p:nvSpPr>
            <p:cNvPr id="9" name="Right Arrow 8">
              <a:extLst>
                <a:ext uri="{FF2B5EF4-FFF2-40B4-BE49-F238E27FC236}">
                  <a16:creationId xmlns:a16="http://schemas.microsoft.com/office/drawing/2014/main" id="{249A0CC4-428A-3A9D-4686-6BF9637D1250}"/>
                </a:ext>
              </a:extLst>
            </p:cNvPr>
            <p:cNvSpPr/>
            <p:nvPr/>
          </p:nvSpPr>
          <p:spPr>
            <a:xfrm>
              <a:off x="4750902" y="4199510"/>
              <a:ext cx="981075" cy="584314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redeploy</a:t>
              </a:r>
              <a:endParaRPr lang="en-US" sz="700" dirty="0"/>
            </a:p>
          </p:txBody>
        </p:sp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5C0A5136-6E2F-6503-A894-5D2F7C35261B}"/>
                </a:ext>
              </a:extLst>
            </p:cNvPr>
            <p:cNvSpPr/>
            <p:nvPr/>
          </p:nvSpPr>
          <p:spPr>
            <a:xfrm>
              <a:off x="4919661" y="1514305"/>
              <a:ext cx="981075" cy="584314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Finally!</a:t>
              </a:r>
              <a:endParaRPr lang="en-US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42695867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8762D0-821B-E720-6CEF-2AD6BBE6C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CBD2E32-8BA9-07F5-42DA-1F155D923A6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6" r="1" b="40673"/>
          <a:stretch>
            <a:fillRect/>
          </a:stretch>
        </p:blipFill>
        <p:spPr>
          <a:xfrm>
            <a:off x="1" y="10"/>
            <a:ext cx="11862683" cy="6857990"/>
          </a:xfrm>
          <a:custGeom>
            <a:avLst/>
            <a:gdLst/>
            <a:ahLst/>
            <a:cxnLst/>
            <a:rect l="l" t="t" r="r" b="b"/>
            <a:pathLst>
              <a:path w="11862683" h="6858000">
                <a:moveTo>
                  <a:pt x="0" y="0"/>
                </a:moveTo>
                <a:lnTo>
                  <a:pt x="4038600" y="0"/>
                </a:lnTo>
                <a:lnTo>
                  <a:pt x="4114800" y="0"/>
                </a:lnTo>
                <a:lnTo>
                  <a:pt x="4282294" y="0"/>
                </a:lnTo>
                <a:lnTo>
                  <a:pt x="6139260" y="0"/>
                </a:lnTo>
                <a:lnTo>
                  <a:pt x="6362810" y="0"/>
                </a:lnTo>
                <a:lnTo>
                  <a:pt x="7272221" y="0"/>
                </a:lnTo>
                <a:lnTo>
                  <a:pt x="10815342" y="0"/>
                </a:lnTo>
                <a:cubicBezTo>
                  <a:pt x="10709672" y="35571"/>
                  <a:pt x="10607020" y="78255"/>
                  <a:pt x="10501350" y="110269"/>
                </a:cubicBezTo>
                <a:cubicBezTo>
                  <a:pt x="10516447" y="145839"/>
                  <a:pt x="10531542" y="138725"/>
                  <a:pt x="10546639" y="135168"/>
                </a:cubicBezTo>
                <a:cubicBezTo>
                  <a:pt x="10637212" y="120941"/>
                  <a:pt x="10730806" y="110269"/>
                  <a:pt x="10818360" y="71141"/>
                </a:cubicBezTo>
                <a:cubicBezTo>
                  <a:pt x="10839496" y="64027"/>
                  <a:pt x="10863648" y="64027"/>
                  <a:pt x="10872705" y="88927"/>
                </a:cubicBezTo>
                <a:cubicBezTo>
                  <a:pt x="10887801" y="124497"/>
                  <a:pt x="10866668" y="145839"/>
                  <a:pt x="10845532" y="163625"/>
                </a:cubicBezTo>
                <a:cubicBezTo>
                  <a:pt x="10809304" y="195638"/>
                  <a:pt x="10767036" y="188525"/>
                  <a:pt x="10727787" y="192082"/>
                </a:cubicBezTo>
                <a:cubicBezTo>
                  <a:pt x="10619098" y="209867"/>
                  <a:pt x="10567772" y="259665"/>
                  <a:pt x="10543619" y="373491"/>
                </a:cubicBezTo>
                <a:cubicBezTo>
                  <a:pt x="10637212" y="327250"/>
                  <a:pt x="10730806" y="384162"/>
                  <a:pt x="10821380" y="352148"/>
                </a:cubicBezTo>
                <a:cubicBezTo>
                  <a:pt x="10845532" y="345034"/>
                  <a:pt x="10881763" y="355706"/>
                  <a:pt x="10869686" y="394834"/>
                </a:cubicBezTo>
                <a:cubicBezTo>
                  <a:pt x="10857610" y="430405"/>
                  <a:pt x="10818360" y="458860"/>
                  <a:pt x="10887801" y="451747"/>
                </a:cubicBezTo>
                <a:cubicBezTo>
                  <a:pt x="10939127" y="448189"/>
                  <a:pt x="10954222" y="405504"/>
                  <a:pt x="10969318" y="359262"/>
                </a:cubicBezTo>
                <a:cubicBezTo>
                  <a:pt x="10981394" y="334364"/>
                  <a:pt x="11014605" y="320135"/>
                  <a:pt x="11038758" y="334364"/>
                </a:cubicBezTo>
                <a:cubicBezTo>
                  <a:pt x="11068949" y="348592"/>
                  <a:pt x="11059892" y="387720"/>
                  <a:pt x="11059892" y="416176"/>
                </a:cubicBezTo>
                <a:cubicBezTo>
                  <a:pt x="11062912" y="469532"/>
                  <a:pt x="11038758" y="494431"/>
                  <a:pt x="10996491" y="505101"/>
                </a:cubicBezTo>
                <a:cubicBezTo>
                  <a:pt x="10945164" y="519330"/>
                  <a:pt x="10893840" y="537116"/>
                  <a:pt x="10827418" y="558458"/>
                </a:cubicBezTo>
                <a:cubicBezTo>
                  <a:pt x="10899878" y="594028"/>
                  <a:pt x="10954222" y="586915"/>
                  <a:pt x="11008566" y="558458"/>
                </a:cubicBezTo>
                <a:cubicBezTo>
                  <a:pt x="11074988" y="526444"/>
                  <a:pt x="11162542" y="483759"/>
                  <a:pt x="11216886" y="522887"/>
                </a:cubicBezTo>
                <a:cubicBezTo>
                  <a:pt x="11298403" y="579800"/>
                  <a:pt x="11364824" y="544229"/>
                  <a:pt x="11437284" y="533558"/>
                </a:cubicBezTo>
                <a:cubicBezTo>
                  <a:pt x="11588242" y="512216"/>
                  <a:pt x="11494648" y="480203"/>
                  <a:pt x="11645605" y="462417"/>
                </a:cubicBezTo>
                <a:cubicBezTo>
                  <a:pt x="11705988" y="455303"/>
                  <a:pt x="11769390" y="426847"/>
                  <a:pt x="11856944" y="465975"/>
                </a:cubicBezTo>
                <a:cubicBezTo>
                  <a:pt x="11461437" y="672284"/>
                  <a:pt x="11274250" y="658055"/>
                  <a:pt x="10921012" y="910606"/>
                </a:cubicBezTo>
                <a:cubicBezTo>
                  <a:pt x="10936107" y="935506"/>
                  <a:pt x="10951202" y="924835"/>
                  <a:pt x="10966299" y="921277"/>
                </a:cubicBezTo>
                <a:cubicBezTo>
                  <a:pt x="10990452" y="917720"/>
                  <a:pt x="11020644" y="903491"/>
                  <a:pt x="11026682" y="949734"/>
                </a:cubicBezTo>
                <a:cubicBezTo>
                  <a:pt x="11029702" y="985305"/>
                  <a:pt x="11011585" y="1003089"/>
                  <a:pt x="10981394" y="1006647"/>
                </a:cubicBezTo>
                <a:cubicBezTo>
                  <a:pt x="10893840" y="1020875"/>
                  <a:pt x="10815342" y="1070674"/>
                  <a:pt x="10736844" y="1113358"/>
                </a:cubicBezTo>
                <a:cubicBezTo>
                  <a:pt x="10700615" y="1131144"/>
                  <a:pt x="10661366" y="1156043"/>
                  <a:pt x="10676462" y="1220069"/>
                </a:cubicBezTo>
                <a:cubicBezTo>
                  <a:pt x="10706652" y="1237855"/>
                  <a:pt x="10727787" y="1212955"/>
                  <a:pt x="10751940" y="1209399"/>
                </a:cubicBezTo>
                <a:cubicBezTo>
                  <a:pt x="10776093" y="1205842"/>
                  <a:pt x="10833457" y="1220069"/>
                  <a:pt x="10818360" y="1230741"/>
                </a:cubicBezTo>
                <a:cubicBezTo>
                  <a:pt x="10748920" y="1269868"/>
                  <a:pt x="10875724" y="1365909"/>
                  <a:pt x="10791190" y="1365909"/>
                </a:cubicBezTo>
                <a:cubicBezTo>
                  <a:pt x="10652309" y="1365909"/>
                  <a:pt x="10576830" y="1536647"/>
                  <a:pt x="10443988" y="1540204"/>
                </a:cubicBezTo>
                <a:cubicBezTo>
                  <a:pt x="10422854" y="1540204"/>
                  <a:pt x="10413797" y="1572219"/>
                  <a:pt x="10413797" y="1597117"/>
                </a:cubicBezTo>
                <a:cubicBezTo>
                  <a:pt x="10413797" y="1629132"/>
                  <a:pt x="10434930" y="1632688"/>
                  <a:pt x="10456064" y="1636245"/>
                </a:cubicBezTo>
                <a:cubicBezTo>
                  <a:pt x="10489275" y="1639802"/>
                  <a:pt x="10525504" y="1597117"/>
                  <a:pt x="10567772" y="1657587"/>
                </a:cubicBezTo>
                <a:cubicBezTo>
                  <a:pt x="10489275" y="1693158"/>
                  <a:pt x="10407758" y="1728729"/>
                  <a:pt x="10410777" y="1849668"/>
                </a:cubicBezTo>
                <a:cubicBezTo>
                  <a:pt x="10410777" y="1881683"/>
                  <a:pt x="10377566" y="1895910"/>
                  <a:pt x="10353413" y="1903025"/>
                </a:cubicBezTo>
                <a:cubicBezTo>
                  <a:pt x="10311146" y="1917252"/>
                  <a:pt x="10277935" y="1938595"/>
                  <a:pt x="10253782" y="1984836"/>
                </a:cubicBezTo>
                <a:cubicBezTo>
                  <a:pt x="10253782" y="1995507"/>
                  <a:pt x="10253782" y="2002622"/>
                  <a:pt x="10253782" y="2013292"/>
                </a:cubicBezTo>
                <a:cubicBezTo>
                  <a:pt x="10259820" y="2123562"/>
                  <a:pt x="10320202" y="2120004"/>
                  <a:pt x="10386624" y="2102219"/>
                </a:cubicBezTo>
                <a:cubicBezTo>
                  <a:pt x="10465122" y="2080877"/>
                  <a:pt x="10543619" y="2038192"/>
                  <a:pt x="10628156" y="2077320"/>
                </a:cubicBezTo>
                <a:cubicBezTo>
                  <a:pt x="10510408" y="2130676"/>
                  <a:pt x="10380586" y="2134233"/>
                  <a:pt x="10271896" y="2208931"/>
                </a:cubicBezTo>
                <a:cubicBezTo>
                  <a:pt x="10676462" y="2223159"/>
                  <a:pt x="11032720" y="1984836"/>
                  <a:pt x="11425208" y="1892353"/>
                </a:cubicBezTo>
                <a:cubicBezTo>
                  <a:pt x="11413131" y="1952823"/>
                  <a:pt x="11379920" y="1967051"/>
                  <a:pt x="11352748" y="1974165"/>
                </a:cubicBezTo>
                <a:cubicBezTo>
                  <a:pt x="11207830" y="2020407"/>
                  <a:pt x="11081026" y="2112891"/>
                  <a:pt x="10948184" y="2191146"/>
                </a:cubicBezTo>
                <a:cubicBezTo>
                  <a:pt x="10893840" y="2223159"/>
                  <a:pt x="10854590" y="2258731"/>
                  <a:pt x="10833457" y="2326314"/>
                </a:cubicBezTo>
                <a:cubicBezTo>
                  <a:pt x="10815342" y="2390340"/>
                  <a:pt x="10779112" y="2418796"/>
                  <a:pt x="10712690" y="2401012"/>
                </a:cubicBezTo>
                <a:cubicBezTo>
                  <a:pt x="10658346" y="2386784"/>
                  <a:pt x="10600982" y="2393898"/>
                  <a:pt x="10543619" y="2401012"/>
                </a:cubicBezTo>
                <a:cubicBezTo>
                  <a:pt x="10480218" y="2408126"/>
                  <a:pt x="10407758" y="2479267"/>
                  <a:pt x="10422854" y="2518395"/>
                </a:cubicBezTo>
                <a:cubicBezTo>
                  <a:pt x="10453044" y="2582422"/>
                  <a:pt x="10504370" y="2550408"/>
                  <a:pt x="10546639" y="2543294"/>
                </a:cubicBezTo>
                <a:cubicBezTo>
                  <a:pt x="10597964" y="2536181"/>
                  <a:pt x="10691556" y="2518395"/>
                  <a:pt x="10691556" y="2525509"/>
                </a:cubicBezTo>
                <a:cubicBezTo>
                  <a:pt x="10724768" y="2685576"/>
                  <a:pt x="10800246" y="2564636"/>
                  <a:pt x="10854590" y="2564636"/>
                </a:cubicBezTo>
                <a:cubicBezTo>
                  <a:pt x="10905916" y="2564636"/>
                  <a:pt x="10957241" y="2546851"/>
                  <a:pt x="11005548" y="2532623"/>
                </a:cubicBezTo>
                <a:cubicBezTo>
                  <a:pt x="11068949" y="2514837"/>
                  <a:pt x="11126312" y="2546851"/>
                  <a:pt x="11186696" y="2553965"/>
                </a:cubicBezTo>
                <a:cubicBezTo>
                  <a:pt x="11241040" y="2561080"/>
                  <a:pt x="11210850" y="2653563"/>
                  <a:pt x="11244060" y="2692689"/>
                </a:cubicBezTo>
                <a:cubicBezTo>
                  <a:pt x="11250097" y="2703362"/>
                  <a:pt x="11256136" y="2703362"/>
                  <a:pt x="11262174" y="2703362"/>
                </a:cubicBezTo>
                <a:cubicBezTo>
                  <a:pt x="11280289" y="2980812"/>
                  <a:pt x="11597299" y="2913227"/>
                  <a:pt x="11597299" y="2923898"/>
                </a:cubicBezTo>
                <a:cubicBezTo>
                  <a:pt x="11624471" y="2941684"/>
                  <a:pt x="11657682" y="2899000"/>
                  <a:pt x="11690892" y="2941684"/>
                </a:cubicBezTo>
                <a:cubicBezTo>
                  <a:pt x="11548993" y="3137322"/>
                  <a:pt x="11331614" y="3183563"/>
                  <a:pt x="11138390" y="3329402"/>
                </a:cubicBezTo>
                <a:cubicBezTo>
                  <a:pt x="11298403" y="3379202"/>
                  <a:pt x="11391998" y="3208463"/>
                  <a:pt x="11509744" y="3229805"/>
                </a:cubicBezTo>
                <a:cubicBezTo>
                  <a:pt x="11567107" y="3283162"/>
                  <a:pt x="11395016" y="3368530"/>
                  <a:pt x="11561068" y="3393429"/>
                </a:cubicBezTo>
                <a:cubicBezTo>
                  <a:pt x="11488610" y="3439672"/>
                  <a:pt x="11437284" y="3485914"/>
                  <a:pt x="11385959" y="3539269"/>
                </a:cubicBezTo>
                <a:cubicBezTo>
                  <a:pt x="11298403" y="3635309"/>
                  <a:pt x="11280289" y="3699337"/>
                  <a:pt x="11322556" y="3827390"/>
                </a:cubicBezTo>
                <a:cubicBezTo>
                  <a:pt x="11349730" y="3912759"/>
                  <a:pt x="11388978" y="3991015"/>
                  <a:pt x="11352748" y="4090612"/>
                </a:cubicBezTo>
                <a:cubicBezTo>
                  <a:pt x="11328595" y="4158196"/>
                  <a:pt x="11337653" y="4204438"/>
                  <a:pt x="11428226" y="4172424"/>
                </a:cubicBezTo>
                <a:cubicBezTo>
                  <a:pt x="11524840" y="4140411"/>
                  <a:pt x="11561068" y="4200882"/>
                  <a:pt x="11536915" y="4321821"/>
                </a:cubicBezTo>
                <a:cubicBezTo>
                  <a:pt x="11521821" y="4400076"/>
                  <a:pt x="11536915" y="4424975"/>
                  <a:pt x="11603338" y="4414305"/>
                </a:cubicBezTo>
                <a:cubicBezTo>
                  <a:pt x="11675796" y="4403633"/>
                  <a:pt x="11745236" y="4353835"/>
                  <a:pt x="11835811" y="4378734"/>
                </a:cubicBezTo>
                <a:cubicBezTo>
                  <a:pt x="11763352" y="4521016"/>
                  <a:pt x="11609374" y="4478331"/>
                  <a:pt x="11524840" y="4613499"/>
                </a:cubicBezTo>
                <a:cubicBezTo>
                  <a:pt x="11624471" y="4613499"/>
                  <a:pt x="11702969" y="4613499"/>
                  <a:pt x="11775427" y="4585042"/>
                </a:cubicBezTo>
                <a:cubicBezTo>
                  <a:pt x="11805619" y="4574373"/>
                  <a:pt x="11838830" y="4560144"/>
                  <a:pt x="11856944" y="4602828"/>
                </a:cubicBezTo>
                <a:cubicBezTo>
                  <a:pt x="11878080" y="4652628"/>
                  <a:pt x="11835811" y="4670412"/>
                  <a:pt x="11811658" y="4677526"/>
                </a:cubicBezTo>
                <a:cubicBezTo>
                  <a:pt x="11742216" y="4702425"/>
                  <a:pt x="11687874" y="4759339"/>
                  <a:pt x="11627490" y="4805580"/>
                </a:cubicBezTo>
                <a:cubicBezTo>
                  <a:pt x="11497668" y="4905177"/>
                  <a:pt x="11355767" y="4990547"/>
                  <a:pt x="11247078" y="5154171"/>
                </a:cubicBezTo>
                <a:cubicBezTo>
                  <a:pt x="11382940" y="5111487"/>
                  <a:pt x="11485590" y="5011889"/>
                  <a:pt x="11615414" y="4994104"/>
                </a:cubicBezTo>
                <a:cubicBezTo>
                  <a:pt x="11503704" y="5143500"/>
                  <a:pt x="11361806" y="5243097"/>
                  <a:pt x="11228964" y="5353367"/>
                </a:cubicBezTo>
                <a:cubicBezTo>
                  <a:pt x="11189714" y="5385379"/>
                  <a:pt x="11150466" y="5406721"/>
                  <a:pt x="11144428" y="5474306"/>
                </a:cubicBezTo>
                <a:cubicBezTo>
                  <a:pt x="11126312" y="5605917"/>
                  <a:pt x="11078008" y="5712629"/>
                  <a:pt x="10969318" y="5769542"/>
                </a:cubicBezTo>
                <a:cubicBezTo>
                  <a:pt x="10969318" y="5769542"/>
                  <a:pt x="10975356" y="5790884"/>
                  <a:pt x="10978374" y="5801555"/>
                </a:cubicBezTo>
                <a:cubicBezTo>
                  <a:pt x="11044797" y="5805112"/>
                  <a:pt x="11096122" y="5726858"/>
                  <a:pt x="11177639" y="5755314"/>
                </a:cubicBezTo>
                <a:cubicBezTo>
                  <a:pt x="11096122" y="5862025"/>
                  <a:pt x="11029702" y="5954508"/>
                  <a:pt x="10917992" y="6004307"/>
                </a:cubicBezTo>
                <a:cubicBezTo>
                  <a:pt x="10827418" y="6043434"/>
                  <a:pt x="10715710" y="6068335"/>
                  <a:pt x="10649289" y="6196388"/>
                </a:cubicBezTo>
                <a:cubicBezTo>
                  <a:pt x="10724768" y="6221287"/>
                  <a:pt x="10782132" y="6189274"/>
                  <a:pt x="10839496" y="6167932"/>
                </a:cubicBezTo>
                <a:cubicBezTo>
                  <a:pt x="10927050" y="6132361"/>
                  <a:pt x="11014605" y="6093234"/>
                  <a:pt x="11102160" y="6057663"/>
                </a:cubicBezTo>
                <a:cubicBezTo>
                  <a:pt x="11135372" y="6043434"/>
                  <a:pt x="11171600" y="6036320"/>
                  <a:pt x="11192734" y="6100347"/>
                </a:cubicBezTo>
                <a:cubicBezTo>
                  <a:pt x="11081026" y="6114575"/>
                  <a:pt x="11014605" y="6199945"/>
                  <a:pt x="10945164" y="6281757"/>
                </a:cubicBezTo>
                <a:cubicBezTo>
                  <a:pt x="10905916" y="6327999"/>
                  <a:pt x="10872705" y="6388469"/>
                  <a:pt x="10803265" y="6367127"/>
                </a:cubicBezTo>
                <a:cubicBezTo>
                  <a:pt x="10767036" y="6356456"/>
                  <a:pt x="10742882" y="6388469"/>
                  <a:pt x="10745901" y="6431153"/>
                </a:cubicBezTo>
                <a:cubicBezTo>
                  <a:pt x="10760998" y="6580550"/>
                  <a:pt x="10673442" y="6630349"/>
                  <a:pt x="10582868" y="6658805"/>
                </a:cubicBezTo>
                <a:cubicBezTo>
                  <a:pt x="10450026" y="6701489"/>
                  <a:pt x="10332280" y="6786859"/>
                  <a:pt x="10208496" y="6858000"/>
                </a:cubicBezTo>
                <a:lnTo>
                  <a:pt x="7272221" y="6858000"/>
                </a:lnTo>
                <a:lnTo>
                  <a:pt x="6362810" y="6858000"/>
                </a:lnTo>
                <a:lnTo>
                  <a:pt x="6139260" y="6858000"/>
                </a:lnTo>
                <a:lnTo>
                  <a:pt x="4282294" y="6858000"/>
                </a:lnTo>
                <a:lnTo>
                  <a:pt x="4114800" y="6858000"/>
                </a:lnTo>
                <a:lnTo>
                  <a:pt x="4038600" y="6858000"/>
                </a:lnTo>
                <a:lnTo>
                  <a:pt x="0" y="685800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1368165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DFDA8E3-6B43-24FA-86F2-B79E39CC53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9400" y="-6227"/>
            <a:ext cx="9093200" cy="6864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27203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1D50E5D-B294-F5E6-0F5F-6A5C011B28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2420" y="50800"/>
            <a:ext cx="9187161" cy="6807200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4E1E9D0B-9493-107B-63E9-9BFC35460881}"/>
              </a:ext>
            </a:extLst>
          </p:cNvPr>
          <p:cNvSpPr/>
          <p:nvPr/>
        </p:nvSpPr>
        <p:spPr>
          <a:xfrm rot="10800000">
            <a:off x="10249467" y="4001164"/>
            <a:ext cx="1312649" cy="8382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32820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2C25C90-D6BE-D216-BBCE-6AB4E9330E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9650" y="-1"/>
            <a:ext cx="7632700" cy="6813081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819F6C44-02BE-F091-46FF-9DEE1546185B}"/>
              </a:ext>
            </a:extLst>
          </p:cNvPr>
          <p:cNvSpPr/>
          <p:nvPr/>
        </p:nvSpPr>
        <p:spPr>
          <a:xfrm rot="16200000">
            <a:off x="8996719" y="5434179"/>
            <a:ext cx="1312649" cy="8382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1545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84637B2-E5A8-159C-A28F-C17090BB2F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3000" y="50799"/>
            <a:ext cx="7366000" cy="6803319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23A4C5B7-BBFC-8898-AEBE-A42A996F5A0F}"/>
              </a:ext>
            </a:extLst>
          </p:cNvPr>
          <p:cNvSpPr/>
          <p:nvPr/>
        </p:nvSpPr>
        <p:spPr>
          <a:xfrm rot="10800000">
            <a:off x="8466351" y="1899408"/>
            <a:ext cx="1312649" cy="8382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20113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CD8D761-E9AC-DB11-C288-BED189BBA4D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814"/>
          <a:stretch>
            <a:fillRect/>
          </a:stretch>
        </p:blipFill>
        <p:spPr>
          <a:xfrm>
            <a:off x="1358004" y="165100"/>
            <a:ext cx="9475992" cy="6527800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C8C6323D-2498-7713-6C50-D962AA90B78F}"/>
              </a:ext>
            </a:extLst>
          </p:cNvPr>
          <p:cNvSpPr/>
          <p:nvPr/>
        </p:nvSpPr>
        <p:spPr>
          <a:xfrm>
            <a:off x="191068" y="4342358"/>
            <a:ext cx="1312649" cy="8382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77604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4CFA4FD-DCCA-56A1-D102-CAB94DE0823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154"/>
          <a:stretch>
            <a:fillRect/>
          </a:stretch>
        </p:blipFill>
        <p:spPr>
          <a:xfrm>
            <a:off x="3371850" y="219288"/>
            <a:ext cx="5448300" cy="6419425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25CE205C-0046-E93A-49F4-010DC1AAC000}"/>
              </a:ext>
            </a:extLst>
          </p:cNvPr>
          <p:cNvSpPr/>
          <p:nvPr/>
        </p:nvSpPr>
        <p:spPr>
          <a:xfrm>
            <a:off x="3616656" y="3659970"/>
            <a:ext cx="1312649" cy="8382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1614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2503DF7-E7CA-73D9-4148-D7B113503C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1116" y="1422400"/>
            <a:ext cx="12213116" cy="4038600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0D098E73-C269-CF32-B7A1-4D8DAC1BBDE2}"/>
              </a:ext>
            </a:extLst>
          </p:cNvPr>
          <p:cNvSpPr/>
          <p:nvPr/>
        </p:nvSpPr>
        <p:spPr>
          <a:xfrm rot="5400000">
            <a:off x="9391650" y="1339850"/>
            <a:ext cx="1612900" cy="8382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0166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598E9AD-DFC8-0B7B-B910-E71A1D6BF7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1900" y="59101"/>
            <a:ext cx="9728200" cy="6739799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425FE7D5-E60F-6FE5-B8D3-FE212494BC5C}"/>
              </a:ext>
            </a:extLst>
          </p:cNvPr>
          <p:cNvSpPr/>
          <p:nvPr/>
        </p:nvSpPr>
        <p:spPr>
          <a:xfrm>
            <a:off x="3507474" y="5857259"/>
            <a:ext cx="1312649" cy="8382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49800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diagram of a system&#10;&#10;AI-generated content may be incorrect.">
            <a:extLst>
              <a:ext uri="{FF2B5EF4-FFF2-40B4-BE49-F238E27FC236}">
                <a16:creationId xmlns:a16="http://schemas.microsoft.com/office/drawing/2014/main" id="{880F0360-B21D-C779-CE5E-4F74BD0A0F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550" y="-1"/>
            <a:ext cx="9994900" cy="7165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11743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B06E5DD-EA35-9CC8-95D2-AF1CD1A085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63650"/>
            <a:ext cx="12192000" cy="5330701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D34E1C90-9896-BC4F-C5BD-E675FB219617}"/>
              </a:ext>
            </a:extLst>
          </p:cNvPr>
          <p:cNvSpPr/>
          <p:nvPr/>
        </p:nvSpPr>
        <p:spPr>
          <a:xfrm>
            <a:off x="6540500" y="2578100"/>
            <a:ext cx="825500" cy="6985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729995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diagram&#10;&#10;AI-generated content may be incorrect.">
            <a:extLst>
              <a:ext uri="{FF2B5EF4-FFF2-40B4-BE49-F238E27FC236}">
                <a16:creationId xmlns:a16="http://schemas.microsoft.com/office/drawing/2014/main" id="{9651FE59-B8D1-C666-3C88-C41F98C466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9225" y="-1"/>
            <a:ext cx="9353550" cy="68946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44773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F27AB7C-6CCC-AEFC-CE89-3D660D2327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9714" y="85299"/>
            <a:ext cx="9652572" cy="6687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17515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33B0E15-D274-5181-2A0D-C395EDB2A7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345" y="0"/>
            <a:ext cx="11613311" cy="6858000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C4EE4DA8-ADC1-564D-B5AA-5B461C358EBC}"/>
              </a:ext>
            </a:extLst>
          </p:cNvPr>
          <p:cNvSpPr/>
          <p:nvPr/>
        </p:nvSpPr>
        <p:spPr>
          <a:xfrm>
            <a:off x="2988860" y="4301415"/>
            <a:ext cx="930511" cy="8382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172918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44BBB14-69A2-1A7E-052C-F35ACECAC5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345" y="0"/>
            <a:ext cx="11613311" cy="6858000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31B0824E-678E-6A2C-2BDD-3D7598F93D5C}"/>
              </a:ext>
            </a:extLst>
          </p:cNvPr>
          <p:cNvSpPr/>
          <p:nvPr/>
        </p:nvSpPr>
        <p:spPr>
          <a:xfrm>
            <a:off x="3002508" y="3497240"/>
            <a:ext cx="985102" cy="8382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67485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69363F17-69D2-C808-8F45-A144AECE98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3642" y="0"/>
            <a:ext cx="9704717" cy="6858000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69DD08BA-F9AC-886B-2390-71DBBD3FDA02}"/>
              </a:ext>
            </a:extLst>
          </p:cNvPr>
          <p:cNvSpPr/>
          <p:nvPr/>
        </p:nvSpPr>
        <p:spPr>
          <a:xfrm rot="16200000">
            <a:off x="10058400" y="5447826"/>
            <a:ext cx="1312649" cy="8382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041500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F784A9-69C0-3881-0E7F-3568F829E2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3880" y="0"/>
            <a:ext cx="12319760" cy="6858000"/>
          </a:xfrm>
          <a:prstGeom prst="rect">
            <a:avLst/>
          </a:prstGeom>
        </p:spPr>
      </p:pic>
      <p:sp>
        <p:nvSpPr>
          <p:cNvPr id="4" name="Right Arrow 3">
            <a:extLst>
              <a:ext uri="{FF2B5EF4-FFF2-40B4-BE49-F238E27FC236}">
                <a16:creationId xmlns:a16="http://schemas.microsoft.com/office/drawing/2014/main" id="{94D075A4-D1E5-F92A-4C4B-BC828058558B}"/>
              </a:ext>
            </a:extLst>
          </p:cNvPr>
          <p:cNvSpPr/>
          <p:nvPr/>
        </p:nvSpPr>
        <p:spPr>
          <a:xfrm rot="10800000">
            <a:off x="9157648" y="3619026"/>
            <a:ext cx="1312649" cy="8382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40823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D51D726-71BF-97DC-C25E-58A7F4BF9D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400" y="683480"/>
            <a:ext cx="10949201" cy="5491041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328BD24F-D93C-5739-5C05-75F28C9F5755}"/>
              </a:ext>
            </a:extLst>
          </p:cNvPr>
          <p:cNvSpPr/>
          <p:nvPr/>
        </p:nvSpPr>
        <p:spPr>
          <a:xfrm rot="12877950">
            <a:off x="3432222" y="5475122"/>
            <a:ext cx="1312649" cy="8382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803171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5EA0B5E-8668-C3DF-272E-966CD653BE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1012" y="0"/>
            <a:ext cx="8089976" cy="6858000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A64BF07E-F891-8E91-5368-190A141EF552}"/>
              </a:ext>
            </a:extLst>
          </p:cNvPr>
          <p:cNvSpPr/>
          <p:nvPr/>
        </p:nvSpPr>
        <p:spPr>
          <a:xfrm>
            <a:off x="3903260" y="5311350"/>
            <a:ext cx="930511" cy="8382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641722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CC7CEA7-9C7C-97A0-6DB7-62D660D7AE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511" y="713096"/>
            <a:ext cx="11318979" cy="5431809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69A6FACD-A84A-1A74-29D5-FDE0B3737FF1}"/>
              </a:ext>
            </a:extLst>
          </p:cNvPr>
          <p:cNvSpPr/>
          <p:nvPr/>
        </p:nvSpPr>
        <p:spPr>
          <a:xfrm rot="12851511">
            <a:off x="3439236" y="5365939"/>
            <a:ext cx="1312649" cy="8382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791751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00CCB87-710D-0164-9247-6CFFD78114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53787"/>
            <a:ext cx="12242021" cy="5750427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AAF0BB0E-CBFC-DC8F-1FA5-B9EC93F897A6}"/>
              </a:ext>
            </a:extLst>
          </p:cNvPr>
          <p:cNvSpPr/>
          <p:nvPr/>
        </p:nvSpPr>
        <p:spPr>
          <a:xfrm rot="12851511">
            <a:off x="2620370" y="4983802"/>
            <a:ext cx="1312649" cy="8382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43217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89F516C-3D1C-7651-9DB1-F3D7BC3252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7328" y="-1"/>
            <a:ext cx="8577345" cy="6701051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796ED1C8-0DB5-9868-867C-EDFCA9B17B62}"/>
              </a:ext>
            </a:extLst>
          </p:cNvPr>
          <p:cNvSpPr/>
          <p:nvPr/>
        </p:nvSpPr>
        <p:spPr>
          <a:xfrm rot="19063961">
            <a:off x="4408227" y="1271612"/>
            <a:ext cx="930511" cy="8382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149980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5ADD6C9-6CEF-CF7F-25BD-647275B3D0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4381" y="724"/>
            <a:ext cx="6643238" cy="6856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962266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4A1935E-1C49-461A-83A5-70B06EB971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9133" y="-1"/>
            <a:ext cx="5173734" cy="6844177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BDF1B6FF-960D-259C-7BA8-5E4695C85D0D}"/>
              </a:ext>
            </a:extLst>
          </p:cNvPr>
          <p:cNvSpPr/>
          <p:nvPr/>
        </p:nvSpPr>
        <p:spPr>
          <a:xfrm rot="19063961">
            <a:off x="5322628" y="971361"/>
            <a:ext cx="930511" cy="8382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027871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DC95F6B-C754-7963-92DE-8D0765ED36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3110" y="109846"/>
            <a:ext cx="8385781" cy="6748154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CAAAA3E1-770B-317D-9984-57644D0E2BBE}"/>
              </a:ext>
            </a:extLst>
          </p:cNvPr>
          <p:cNvSpPr/>
          <p:nvPr/>
        </p:nvSpPr>
        <p:spPr>
          <a:xfrm>
            <a:off x="3875965" y="2022239"/>
            <a:ext cx="930511" cy="8382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ight Arrow 3">
            <a:extLst>
              <a:ext uri="{FF2B5EF4-FFF2-40B4-BE49-F238E27FC236}">
                <a16:creationId xmlns:a16="http://schemas.microsoft.com/office/drawing/2014/main" id="{93E3E35E-7B97-B3DB-F59F-24621FB02885}"/>
              </a:ext>
            </a:extLst>
          </p:cNvPr>
          <p:cNvSpPr/>
          <p:nvPr/>
        </p:nvSpPr>
        <p:spPr>
          <a:xfrm rot="7402037">
            <a:off x="5168129" y="4942861"/>
            <a:ext cx="930511" cy="8382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469623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012BFC5-E1CB-63F6-3369-DC0942FF4F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9837" y="0"/>
            <a:ext cx="6732327" cy="6863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845257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7221F8-030F-747A-F834-C12619FDB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6BC4A7C-7536-AA84-29AC-C8472FA0C79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6" r="1" b="40673"/>
          <a:stretch>
            <a:fillRect/>
          </a:stretch>
        </p:blipFill>
        <p:spPr>
          <a:xfrm>
            <a:off x="1" y="10"/>
            <a:ext cx="11862683" cy="6857990"/>
          </a:xfrm>
          <a:custGeom>
            <a:avLst/>
            <a:gdLst/>
            <a:ahLst/>
            <a:cxnLst/>
            <a:rect l="l" t="t" r="r" b="b"/>
            <a:pathLst>
              <a:path w="11862683" h="6858000">
                <a:moveTo>
                  <a:pt x="0" y="0"/>
                </a:moveTo>
                <a:lnTo>
                  <a:pt x="4038600" y="0"/>
                </a:lnTo>
                <a:lnTo>
                  <a:pt x="4114800" y="0"/>
                </a:lnTo>
                <a:lnTo>
                  <a:pt x="4282294" y="0"/>
                </a:lnTo>
                <a:lnTo>
                  <a:pt x="6139260" y="0"/>
                </a:lnTo>
                <a:lnTo>
                  <a:pt x="6362810" y="0"/>
                </a:lnTo>
                <a:lnTo>
                  <a:pt x="7272221" y="0"/>
                </a:lnTo>
                <a:lnTo>
                  <a:pt x="10815342" y="0"/>
                </a:lnTo>
                <a:cubicBezTo>
                  <a:pt x="10709672" y="35571"/>
                  <a:pt x="10607020" y="78255"/>
                  <a:pt x="10501350" y="110269"/>
                </a:cubicBezTo>
                <a:cubicBezTo>
                  <a:pt x="10516447" y="145839"/>
                  <a:pt x="10531542" y="138725"/>
                  <a:pt x="10546639" y="135168"/>
                </a:cubicBezTo>
                <a:cubicBezTo>
                  <a:pt x="10637212" y="120941"/>
                  <a:pt x="10730806" y="110269"/>
                  <a:pt x="10818360" y="71141"/>
                </a:cubicBezTo>
                <a:cubicBezTo>
                  <a:pt x="10839496" y="64027"/>
                  <a:pt x="10863648" y="64027"/>
                  <a:pt x="10872705" y="88927"/>
                </a:cubicBezTo>
                <a:cubicBezTo>
                  <a:pt x="10887801" y="124497"/>
                  <a:pt x="10866668" y="145839"/>
                  <a:pt x="10845532" y="163625"/>
                </a:cubicBezTo>
                <a:cubicBezTo>
                  <a:pt x="10809304" y="195638"/>
                  <a:pt x="10767036" y="188525"/>
                  <a:pt x="10727787" y="192082"/>
                </a:cubicBezTo>
                <a:cubicBezTo>
                  <a:pt x="10619098" y="209867"/>
                  <a:pt x="10567772" y="259665"/>
                  <a:pt x="10543619" y="373491"/>
                </a:cubicBezTo>
                <a:cubicBezTo>
                  <a:pt x="10637212" y="327250"/>
                  <a:pt x="10730806" y="384162"/>
                  <a:pt x="10821380" y="352148"/>
                </a:cubicBezTo>
                <a:cubicBezTo>
                  <a:pt x="10845532" y="345034"/>
                  <a:pt x="10881763" y="355706"/>
                  <a:pt x="10869686" y="394834"/>
                </a:cubicBezTo>
                <a:cubicBezTo>
                  <a:pt x="10857610" y="430405"/>
                  <a:pt x="10818360" y="458860"/>
                  <a:pt x="10887801" y="451747"/>
                </a:cubicBezTo>
                <a:cubicBezTo>
                  <a:pt x="10939127" y="448189"/>
                  <a:pt x="10954222" y="405504"/>
                  <a:pt x="10969318" y="359262"/>
                </a:cubicBezTo>
                <a:cubicBezTo>
                  <a:pt x="10981394" y="334364"/>
                  <a:pt x="11014605" y="320135"/>
                  <a:pt x="11038758" y="334364"/>
                </a:cubicBezTo>
                <a:cubicBezTo>
                  <a:pt x="11068949" y="348592"/>
                  <a:pt x="11059892" y="387720"/>
                  <a:pt x="11059892" y="416176"/>
                </a:cubicBezTo>
                <a:cubicBezTo>
                  <a:pt x="11062912" y="469532"/>
                  <a:pt x="11038758" y="494431"/>
                  <a:pt x="10996491" y="505101"/>
                </a:cubicBezTo>
                <a:cubicBezTo>
                  <a:pt x="10945164" y="519330"/>
                  <a:pt x="10893840" y="537116"/>
                  <a:pt x="10827418" y="558458"/>
                </a:cubicBezTo>
                <a:cubicBezTo>
                  <a:pt x="10899878" y="594028"/>
                  <a:pt x="10954222" y="586915"/>
                  <a:pt x="11008566" y="558458"/>
                </a:cubicBezTo>
                <a:cubicBezTo>
                  <a:pt x="11074988" y="526444"/>
                  <a:pt x="11162542" y="483759"/>
                  <a:pt x="11216886" y="522887"/>
                </a:cubicBezTo>
                <a:cubicBezTo>
                  <a:pt x="11298403" y="579800"/>
                  <a:pt x="11364824" y="544229"/>
                  <a:pt x="11437284" y="533558"/>
                </a:cubicBezTo>
                <a:cubicBezTo>
                  <a:pt x="11588242" y="512216"/>
                  <a:pt x="11494648" y="480203"/>
                  <a:pt x="11645605" y="462417"/>
                </a:cubicBezTo>
                <a:cubicBezTo>
                  <a:pt x="11705988" y="455303"/>
                  <a:pt x="11769390" y="426847"/>
                  <a:pt x="11856944" y="465975"/>
                </a:cubicBezTo>
                <a:cubicBezTo>
                  <a:pt x="11461437" y="672284"/>
                  <a:pt x="11274250" y="658055"/>
                  <a:pt x="10921012" y="910606"/>
                </a:cubicBezTo>
                <a:cubicBezTo>
                  <a:pt x="10936107" y="935506"/>
                  <a:pt x="10951202" y="924835"/>
                  <a:pt x="10966299" y="921277"/>
                </a:cubicBezTo>
                <a:cubicBezTo>
                  <a:pt x="10990452" y="917720"/>
                  <a:pt x="11020644" y="903491"/>
                  <a:pt x="11026682" y="949734"/>
                </a:cubicBezTo>
                <a:cubicBezTo>
                  <a:pt x="11029702" y="985305"/>
                  <a:pt x="11011585" y="1003089"/>
                  <a:pt x="10981394" y="1006647"/>
                </a:cubicBezTo>
                <a:cubicBezTo>
                  <a:pt x="10893840" y="1020875"/>
                  <a:pt x="10815342" y="1070674"/>
                  <a:pt x="10736844" y="1113358"/>
                </a:cubicBezTo>
                <a:cubicBezTo>
                  <a:pt x="10700615" y="1131144"/>
                  <a:pt x="10661366" y="1156043"/>
                  <a:pt x="10676462" y="1220069"/>
                </a:cubicBezTo>
                <a:cubicBezTo>
                  <a:pt x="10706652" y="1237855"/>
                  <a:pt x="10727787" y="1212955"/>
                  <a:pt x="10751940" y="1209399"/>
                </a:cubicBezTo>
                <a:cubicBezTo>
                  <a:pt x="10776093" y="1205842"/>
                  <a:pt x="10833457" y="1220069"/>
                  <a:pt x="10818360" y="1230741"/>
                </a:cubicBezTo>
                <a:cubicBezTo>
                  <a:pt x="10748920" y="1269868"/>
                  <a:pt x="10875724" y="1365909"/>
                  <a:pt x="10791190" y="1365909"/>
                </a:cubicBezTo>
                <a:cubicBezTo>
                  <a:pt x="10652309" y="1365909"/>
                  <a:pt x="10576830" y="1536647"/>
                  <a:pt x="10443988" y="1540204"/>
                </a:cubicBezTo>
                <a:cubicBezTo>
                  <a:pt x="10422854" y="1540204"/>
                  <a:pt x="10413797" y="1572219"/>
                  <a:pt x="10413797" y="1597117"/>
                </a:cubicBezTo>
                <a:cubicBezTo>
                  <a:pt x="10413797" y="1629132"/>
                  <a:pt x="10434930" y="1632688"/>
                  <a:pt x="10456064" y="1636245"/>
                </a:cubicBezTo>
                <a:cubicBezTo>
                  <a:pt x="10489275" y="1639802"/>
                  <a:pt x="10525504" y="1597117"/>
                  <a:pt x="10567772" y="1657587"/>
                </a:cubicBezTo>
                <a:cubicBezTo>
                  <a:pt x="10489275" y="1693158"/>
                  <a:pt x="10407758" y="1728729"/>
                  <a:pt x="10410777" y="1849668"/>
                </a:cubicBezTo>
                <a:cubicBezTo>
                  <a:pt x="10410777" y="1881683"/>
                  <a:pt x="10377566" y="1895910"/>
                  <a:pt x="10353413" y="1903025"/>
                </a:cubicBezTo>
                <a:cubicBezTo>
                  <a:pt x="10311146" y="1917252"/>
                  <a:pt x="10277935" y="1938595"/>
                  <a:pt x="10253782" y="1984836"/>
                </a:cubicBezTo>
                <a:cubicBezTo>
                  <a:pt x="10253782" y="1995507"/>
                  <a:pt x="10253782" y="2002622"/>
                  <a:pt x="10253782" y="2013292"/>
                </a:cubicBezTo>
                <a:cubicBezTo>
                  <a:pt x="10259820" y="2123562"/>
                  <a:pt x="10320202" y="2120004"/>
                  <a:pt x="10386624" y="2102219"/>
                </a:cubicBezTo>
                <a:cubicBezTo>
                  <a:pt x="10465122" y="2080877"/>
                  <a:pt x="10543619" y="2038192"/>
                  <a:pt x="10628156" y="2077320"/>
                </a:cubicBezTo>
                <a:cubicBezTo>
                  <a:pt x="10510408" y="2130676"/>
                  <a:pt x="10380586" y="2134233"/>
                  <a:pt x="10271896" y="2208931"/>
                </a:cubicBezTo>
                <a:cubicBezTo>
                  <a:pt x="10676462" y="2223159"/>
                  <a:pt x="11032720" y="1984836"/>
                  <a:pt x="11425208" y="1892353"/>
                </a:cubicBezTo>
                <a:cubicBezTo>
                  <a:pt x="11413131" y="1952823"/>
                  <a:pt x="11379920" y="1967051"/>
                  <a:pt x="11352748" y="1974165"/>
                </a:cubicBezTo>
                <a:cubicBezTo>
                  <a:pt x="11207830" y="2020407"/>
                  <a:pt x="11081026" y="2112891"/>
                  <a:pt x="10948184" y="2191146"/>
                </a:cubicBezTo>
                <a:cubicBezTo>
                  <a:pt x="10893840" y="2223159"/>
                  <a:pt x="10854590" y="2258731"/>
                  <a:pt x="10833457" y="2326314"/>
                </a:cubicBezTo>
                <a:cubicBezTo>
                  <a:pt x="10815342" y="2390340"/>
                  <a:pt x="10779112" y="2418796"/>
                  <a:pt x="10712690" y="2401012"/>
                </a:cubicBezTo>
                <a:cubicBezTo>
                  <a:pt x="10658346" y="2386784"/>
                  <a:pt x="10600982" y="2393898"/>
                  <a:pt x="10543619" y="2401012"/>
                </a:cubicBezTo>
                <a:cubicBezTo>
                  <a:pt x="10480218" y="2408126"/>
                  <a:pt x="10407758" y="2479267"/>
                  <a:pt x="10422854" y="2518395"/>
                </a:cubicBezTo>
                <a:cubicBezTo>
                  <a:pt x="10453044" y="2582422"/>
                  <a:pt x="10504370" y="2550408"/>
                  <a:pt x="10546639" y="2543294"/>
                </a:cubicBezTo>
                <a:cubicBezTo>
                  <a:pt x="10597964" y="2536181"/>
                  <a:pt x="10691556" y="2518395"/>
                  <a:pt x="10691556" y="2525509"/>
                </a:cubicBezTo>
                <a:cubicBezTo>
                  <a:pt x="10724768" y="2685576"/>
                  <a:pt x="10800246" y="2564636"/>
                  <a:pt x="10854590" y="2564636"/>
                </a:cubicBezTo>
                <a:cubicBezTo>
                  <a:pt x="10905916" y="2564636"/>
                  <a:pt x="10957241" y="2546851"/>
                  <a:pt x="11005548" y="2532623"/>
                </a:cubicBezTo>
                <a:cubicBezTo>
                  <a:pt x="11068949" y="2514837"/>
                  <a:pt x="11126312" y="2546851"/>
                  <a:pt x="11186696" y="2553965"/>
                </a:cubicBezTo>
                <a:cubicBezTo>
                  <a:pt x="11241040" y="2561080"/>
                  <a:pt x="11210850" y="2653563"/>
                  <a:pt x="11244060" y="2692689"/>
                </a:cubicBezTo>
                <a:cubicBezTo>
                  <a:pt x="11250097" y="2703362"/>
                  <a:pt x="11256136" y="2703362"/>
                  <a:pt x="11262174" y="2703362"/>
                </a:cubicBezTo>
                <a:cubicBezTo>
                  <a:pt x="11280289" y="2980812"/>
                  <a:pt x="11597299" y="2913227"/>
                  <a:pt x="11597299" y="2923898"/>
                </a:cubicBezTo>
                <a:cubicBezTo>
                  <a:pt x="11624471" y="2941684"/>
                  <a:pt x="11657682" y="2899000"/>
                  <a:pt x="11690892" y="2941684"/>
                </a:cubicBezTo>
                <a:cubicBezTo>
                  <a:pt x="11548993" y="3137322"/>
                  <a:pt x="11331614" y="3183563"/>
                  <a:pt x="11138390" y="3329402"/>
                </a:cubicBezTo>
                <a:cubicBezTo>
                  <a:pt x="11298403" y="3379202"/>
                  <a:pt x="11391998" y="3208463"/>
                  <a:pt x="11509744" y="3229805"/>
                </a:cubicBezTo>
                <a:cubicBezTo>
                  <a:pt x="11567107" y="3283162"/>
                  <a:pt x="11395016" y="3368530"/>
                  <a:pt x="11561068" y="3393429"/>
                </a:cubicBezTo>
                <a:cubicBezTo>
                  <a:pt x="11488610" y="3439672"/>
                  <a:pt x="11437284" y="3485914"/>
                  <a:pt x="11385959" y="3539269"/>
                </a:cubicBezTo>
                <a:cubicBezTo>
                  <a:pt x="11298403" y="3635309"/>
                  <a:pt x="11280289" y="3699337"/>
                  <a:pt x="11322556" y="3827390"/>
                </a:cubicBezTo>
                <a:cubicBezTo>
                  <a:pt x="11349730" y="3912759"/>
                  <a:pt x="11388978" y="3991015"/>
                  <a:pt x="11352748" y="4090612"/>
                </a:cubicBezTo>
                <a:cubicBezTo>
                  <a:pt x="11328595" y="4158196"/>
                  <a:pt x="11337653" y="4204438"/>
                  <a:pt x="11428226" y="4172424"/>
                </a:cubicBezTo>
                <a:cubicBezTo>
                  <a:pt x="11524840" y="4140411"/>
                  <a:pt x="11561068" y="4200882"/>
                  <a:pt x="11536915" y="4321821"/>
                </a:cubicBezTo>
                <a:cubicBezTo>
                  <a:pt x="11521821" y="4400076"/>
                  <a:pt x="11536915" y="4424975"/>
                  <a:pt x="11603338" y="4414305"/>
                </a:cubicBezTo>
                <a:cubicBezTo>
                  <a:pt x="11675796" y="4403633"/>
                  <a:pt x="11745236" y="4353835"/>
                  <a:pt x="11835811" y="4378734"/>
                </a:cubicBezTo>
                <a:cubicBezTo>
                  <a:pt x="11763352" y="4521016"/>
                  <a:pt x="11609374" y="4478331"/>
                  <a:pt x="11524840" y="4613499"/>
                </a:cubicBezTo>
                <a:cubicBezTo>
                  <a:pt x="11624471" y="4613499"/>
                  <a:pt x="11702969" y="4613499"/>
                  <a:pt x="11775427" y="4585042"/>
                </a:cubicBezTo>
                <a:cubicBezTo>
                  <a:pt x="11805619" y="4574373"/>
                  <a:pt x="11838830" y="4560144"/>
                  <a:pt x="11856944" y="4602828"/>
                </a:cubicBezTo>
                <a:cubicBezTo>
                  <a:pt x="11878080" y="4652628"/>
                  <a:pt x="11835811" y="4670412"/>
                  <a:pt x="11811658" y="4677526"/>
                </a:cubicBezTo>
                <a:cubicBezTo>
                  <a:pt x="11742216" y="4702425"/>
                  <a:pt x="11687874" y="4759339"/>
                  <a:pt x="11627490" y="4805580"/>
                </a:cubicBezTo>
                <a:cubicBezTo>
                  <a:pt x="11497668" y="4905177"/>
                  <a:pt x="11355767" y="4990547"/>
                  <a:pt x="11247078" y="5154171"/>
                </a:cubicBezTo>
                <a:cubicBezTo>
                  <a:pt x="11382940" y="5111487"/>
                  <a:pt x="11485590" y="5011889"/>
                  <a:pt x="11615414" y="4994104"/>
                </a:cubicBezTo>
                <a:cubicBezTo>
                  <a:pt x="11503704" y="5143500"/>
                  <a:pt x="11361806" y="5243097"/>
                  <a:pt x="11228964" y="5353367"/>
                </a:cubicBezTo>
                <a:cubicBezTo>
                  <a:pt x="11189714" y="5385379"/>
                  <a:pt x="11150466" y="5406721"/>
                  <a:pt x="11144428" y="5474306"/>
                </a:cubicBezTo>
                <a:cubicBezTo>
                  <a:pt x="11126312" y="5605917"/>
                  <a:pt x="11078008" y="5712629"/>
                  <a:pt x="10969318" y="5769542"/>
                </a:cubicBezTo>
                <a:cubicBezTo>
                  <a:pt x="10969318" y="5769542"/>
                  <a:pt x="10975356" y="5790884"/>
                  <a:pt x="10978374" y="5801555"/>
                </a:cubicBezTo>
                <a:cubicBezTo>
                  <a:pt x="11044797" y="5805112"/>
                  <a:pt x="11096122" y="5726858"/>
                  <a:pt x="11177639" y="5755314"/>
                </a:cubicBezTo>
                <a:cubicBezTo>
                  <a:pt x="11096122" y="5862025"/>
                  <a:pt x="11029702" y="5954508"/>
                  <a:pt x="10917992" y="6004307"/>
                </a:cubicBezTo>
                <a:cubicBezTo>
                  <a:pt x="10827418" y="6043434"/>
                  <a:pt x="10715710" y="6068335"/>
                  <a:pt x="10649289" y="6196388"/>
                </a:cubicBezTo>
                <a:cubicBezTo>
                  <a:pt x="10724768" y="6221287"/>
                  <a:pt x="10782132" y="6189274"/>
                  <a:pt x="10839496" y="6167932"/>
                </a:cubicBezTo>
                <a:cubicBezTo>
                  <a:pt x="10927050" y="6132361"/>
                  <a:pt x="11014605" y="6093234"/>
                  <a:pt x="11102160" y="6057663"/>
                </a:cubicBezTo>
                <a:cubicBezTo>
                  <a:pt x="11135372" y="6043434"/>
                  <a:pt x="11171600" y="6036320"/>
                  <a:pt x="11192734" y="6100347"/>
                </a:cubicBezTo>
                <a:cubicBezTo>
                  <a:pt x="11081026" y="6114575"/>
                  <a:pt x="11014605" y="6199945"/>
                  <a:pt x="10945164" y="6281757"/>
                </a:cubicBezTo>
                <a:cubicBezTo>
                  <a:pt x="10905916" y="6327999"/>
                  <a:pt x="10872705" y="6388469"/>
                  <a:pt x="10803265" y="6367127"/>
                </a:cubicBezTo>
                <a:cubicBezTo>
                  <a:pt x="10767036" y="6356456"/>
                  <a:pt x="10742882" y="6388469"/>
                  <a:pt x="10745901" y="6431153"/>
                </a:cubicBezTo>
                <a:cubicBezTo>
                  <a:pt x="10760998" y="6580550"/>
                  <a:pt x="10673442" y="6630349"/>
                  <a:pt x="10582868" y="6658805"/>
                </a:cubicBezTo>
                <a:cubicBezTo>
                  <a:pt x="10450026" y="6701489"/>
                  <a:pt x="10332280" y="6786859"/>
                  <a:pt x="10208496" y="6858000"/>
                </a:cubicBezTo>
                <a:lnTo>
                  <a:pt x="7272221" y="6858000"/>
                </a:lnTo>
                <a:lnTo>
                  <a:pt x="6362810" y="6858000"/>
                </a:lnTo>
                <a:lnTo>
                  <a:pt x="6139260" y="6858000"/>
                </a:lnTo>
                <a:lnTo>
                  <a:pt x="4282294" y="6858000"/>
                </a:lnTo>
                <a:lnTo>
                  <a:pt x="4114800" y="6858000"/>
                </a:lnTo>
                <a:lnTo>
                  <a:pt x="4038600" y="6858000"/>
                </a:lnTo>
                <a:lnTo>
                  <a:pt x="0" y="685800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25224539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process flow&#10;&#10;AI-generated content may be incorrect.">
            <a:extLst>
              <a:ext uri="{FF2B5EF4-FFF2-40B4-BE49-F238E27FC236}">
                <a16:creationId xmlns:a16="http://schemas.microsoft.com/office/drawing/2014/main" id="{5F51602C-88BC-B1B2-C443-C1818E1288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04800" y="76200"/>
            <a:ext cx="12192000" cy="7429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029165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3637E9-87C1-DA39-A58F-D4C374029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F92E6E8-F2B6-7BB9-09FF-866B907B9E5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6" r="1" b="40673"/>
          <a:stretch>
            <a:fillRect/>
          </a:stretch>
        </p:blipFill>
        <p:spPr>
          <a:xfrm>
            <a:off x="1" y="10"/>
            <a:ext cx="11862683" cy="6857990"/>
          </a:xfrm>
          <a:custGeom>
            <a:avLst/>
            <a:gdLst/>
            <a:ahLst/>
            <a:cxnLst/>
            <a:rect l="l" t="t" r="r" b="b"/>
            <a:pathLst>
              <a:path w="11862683" h="6858000">
                <a:moveTo>
                  <a:pt x="0" y="0"/>
                </a:moveTo>
                <a:lnTo>
                  <a:pt x="4038600" y="0"/>
                </a:lnTo>
                <a:lnTo>
                  <a:pt x="4114800" y="0"/>
                </a:lnTo>
                <a:lnTo>
                  <a:pt x="4282294" y="0"/>
                </a:lnTo>
                <a:lnTo>
                  <a:pt x="6139260" y="0"/>
                </a:lnTo>
                <a:lnTo>
                  <a:pt x="6362810" y="0"/>
                </a:lnTo>
                <a:lnTo>
                  <a:pt x="7272221" y="0"/>
                </a:lnTo>
                <a:lnTo>
                  <a:pt x="10815342" y="0"/>
                </a:lnTo>
                <a:cubicBezTo>
                  <a:pt x="10709672" y="35571"/>
                  <a:pt x="10607020" y="78255"/>
                  <a:pt x="10501350" y="110269"/>
                </a:cubicBezTo>
                <a:cubicBezTo>
                  <a:pt x="10516447" y="145839"/>
                  <a:pt x="10531542" y="138725"/>
                  <a:pt x="10546639" y="135168"/>
                </a:cubicBezTo>
                <a:cubicBezTo>
                  <a:pt x="10637212" y="120941"/>
                  <a:pt x="10730806" y="110269"/>
                  <a:pt x="10818360" y="71141"/>
                </a:cubicBezTo>
                <a:cubicBezTo>
                  <a:pt x="10839496" y="64027"/>
                  <a:pt x="10863648" y="64027"/>
                  <a:pt x="10872705" y="88927"/>
                </a:cubicBezTo>
                <a:cubicBezTo>
                  <a:pt x="10887801" y="124497"/>
                  <a:pt x="10866668" y="145839"/>
                  <a:pt x="10845532" y="163625"/>
                </a:cubicBezTo>
                <a:cubicBezTo>
                  <a:pt x="10809304" y="195638"/>
                  <a:pt x="10767036" y="188525"/>
                  <a:pt x="10727787" y="192082"/>
                </a:cubicBezTo>
                <a:cubicBezTo>
                  <a:pt x="10619098" y="209867"/>
                  <a:pt x="10567772" y="259665"/>
                  <a:pt x="10543619" y="373491"/>
                </a:cubicBezTo>
                <a:cubicBezTo>
                  <a:pt x="10637212" y="327250"/>
                  <a:pt x="10730806" y="384162"/>
                  <a:pt x="10821380" y="352148"/>
                </a:cubicBezTo>
                <a:cubicBezTo>
                  <a:pt x="10845532" y="345034"/>
                  <a:pt x="10881763" y="355706"/>
                  <a:pt x="10869686" y="394834"/>
                </a:cubicBezTo>
                <a:cubicBezTo>
                  <a:pt x="10857610" y="430405"/>
                  <a:pt x="10818360" y="458860"/>
                  <a:pt x="10887801" y="451747"/>
                </a:cubicBezTo>
                <a:cubicBezTo>
                  <a:pt x="10939127" y="448189"/>
                  <a:pt x="10954222" y="405504"/>
                  <a:pt x="10969318" y="359262"/>
                </a:cubicBezTo>
                <a:cubicBezTo>
                  <a:pt x="10981394" y="334364"/>
                  <a:pt x="11014605" y="320135"/>
                  <a:pt x="11038758" y="334364"/>
                </a:cubicBezTo>
                <a:cubicBezTo>
                  <a:pt x="11068949" y="348592"/>
                  <a:pt x="11059892" y="387720"/>
                  <a:pt x="11059892" y="416176"/>
                </a:cubicBezTo>
                <a:cubicBezTo>
                  <a:pt x="11062912" y="469532"/>
                  <a:pt x="11038758" y="494431"/>
                  <a:pt x="10996491" y="505101"/>
                </a:cubicBezTo>
                <a:cubicBezTo>
                  <a:pt x="10945164" y="519330"/>
                  <a:pt x="10893840" y="537116"/>
                  <a:pt x="10827418" y="558458"/>
                </a:cubicBezTo>
                <a:cubicBezTo>
                  <a:pt x="10899878" y="594028"/>
                  <a:pt x="10954222" y="586915"/>
                  <a:pt x="11008566" y="558458"/>
                </a:cubicBezTo>
                <a:cubicBezTo>
                  <a:pt x="11074988" y="526444"/>
                  <a:pt x="11162542" y="483759"/>
                  <a:pt x="11216886" y="522887"/>
                </a:cubicBezTo>
                <a:cubicBezTo>
                  <a:pt x="11298403" y="579800"/>
                  <a:pt x="11364824" y="544229"/>
                  <a:pt x="11437284" y="533558"/>
                </a:cubicBezTo>
                <a:cubicBezTo>
                  <a:pt x="11588242" y="512216"/>
                  <a:pt x="11494648" y="480203"/>
                  <a:pt x="11645605" y="462417"/>
                </a:cubicBezTo>
                <a:cubicBezTo>
                  <a:pt x="11705988" y="455303"/>
                  <a:pt x="11769390" y="426847"/>
                  <a:pt x="11856944" y="465975"/>
                </a:cubicBezTo>
                <a:cubicBezTo>
                  <a:pt x="11461437" y="672284"/>
                  <a:pt x="11274250" y="658055"/>
                  <a:pt x="10921012" y="910606"/>
                </a:cubicBezTo>
                <a:cubicBezTo>
                  <a:pt x="10936107" y="935506"/>
                  <a:pt x="10951202" y="924835"/>
                  <a:pt x="10966299" y="921277"/>
                </a:cubicBezTo>
                <a:cubicBezTo>
                  <a:pt x="10990452" y="917720"/>
                  <a:pt x="11020644" y="903491"/>
                  <a:pt x="11026682" y="949734"/>
                </a:cubicBezTo>
                <a:cubicBezTo>
                  <a:pt x="11029702" y="985305"/>
                  <a:pt x="11011585" y="1003089"/>
                  <a:pt x="10981394" y="1006647"/>
                </a:cubicBezTo>
                <a:cubicBezTo>
                  <a:pt x="10893840" y="1020875"/>
                  <a:pt x="10815342" y="1070674"/>
                  <a:pt x="10736844" y="1113358"/>
                </a:cubicBezTo>
                <a:cubicBezTo>
                  <a:pt x="10700615" y="1131144"/>
                  <a:pt x="10661366" y="1156043"/>
                  <a:pt x="10676462" y="1220069"/>
                </a:cubicBezTo>
                <a:cubicBezTo>
                  <a:pt x="10706652" y="1237855"/>
                  <a:pt x="10727787" y="1212955"/>
                  <a:pt x="10751940" y="1209399"/>
                </a:cubicBezTo>
                <a:cubicBezTo>
                  <a:pt x="10776093" y="1205842"/>
                  <a:pt x="10833457" y="1220069"/>
                  <a:pt x="10818360" y="1230741"/>
                </a:cubicBezTo>
                <a:cubicBezTo>
                  <a:pt x="10748920" y="1269868"/>
                  <a:pt x="10875724" y="1365909"/>
                  <a:pt x="10791190" y="1365909"/>
                </a:cubicBezTo>
                <a:cubicBezTo>
                  <a:pt x="10652309" y="1365909"/>
                  <a:pt x="10576830" y="1536647"/>
                  <a:pt x="10443988" y="1540204"/>
                </a:cubicBezTo>
                <a:cubicBezTo>
                  <a:pt x="10422854" y="1540204"/>
                  <a:pt x="10413797" y="1572219"/>
                  <a:pt x="10413797" y="1597117"/>
                </a:cubicBezTo>
                <a:cubicBezTo>
                  <a:pt x="10413797" y="1629132"/>
                  <a:pt x="10434930" y="1632688"/>
                  <a:pt x="10456064" y="1636245"/>
                </a:cubicBezTo>
                <a:cubicBezTo>
                  <a:pt x="10489275" y="1639802"/>
                  <a:pt x="10525504" y="1597117"/>
                  <a:pt x="10567772" y="1657587"/>
                </a:cubicBezTo>
                <a:cubicBezTo>
                  <a:pt x="10489275" y="1693158"/>
                  <a:pt x="10407758" y="1728729"/>
                  <a:pt x="10410777" y="1849668"/>
                </a:cubicBezTo>
                <a:cubicBezTo>
                  <a:pt x="10410777" y="1881683"/>
                  <a:pt x="10377566" y="1895910"/>
                  <a:pt x="10353413" y="1903025"/>
                </a:cubicBezTo>
                <a:cubicBezTo>
                  <a:pt x="10311146" y="1917252"/>
                  <a:pt x="10277935" y="1938595"/>
                  <a:pt x="10253782" y="1984836"/>
                </a:cubicBezTo>
                <a:cubicBezTo>
                  <a:pt x="10253782" y="1995507"/>
                  <a:pt x="10253782" y="2002622"/>
                  <a:pt x="10253782" y="2013292"/>
                </a:cubicBezTo>
                <a:cubicBezTo>
                  <a:pt x="10259820" y="2123562"/>
                  <a:pt x="10320202" y="2120004"/>
                  <a:pt x="10386624" y="2102219"/>
                </a:cubicBezTo>
                <a:cubicBezTo>
                  <a:pt x="10465122" y="2080877"/>
                  <a:pt x="10543619" y="2038192"/>
                  <a:pt x="10628156" y="2077320"/>
                </a:cubicBezTo>
                <a:cubicBezTo>
                  <a:pt x="10510408" y="2130676"/>
                  <a:pt x="10380586" y="2134233"/>
                  <a:pt x="10271896" y="2208931"/>
                </a:cubicBezTo>
                <a:cubicBezTo>
                  <a:pt x="10676462" y="2223159"/>
                  <a:pt x="11032720" y="1984836"/>
                  <a:pt x="11425208" y="1892353"/>
                </a:cubicBezTo>
                <a:cubicBezTo>
                  <a:pt x="11413131" y="1952823"/>
                  <a:pt x="11379920" y="1967051"/>
                  <a:pt x="11352748" y="1974165"/>
                </a:cubicBezTo>
                <a:cubicBezTo>
                  <a:pt x="11207830" y="2020407"/>
                  <a:pt x="11081026" y="2112891"/>
                  <a:pt x="10948184" y="2191146"/>
                </a:cubicBezTo>
                <a:cubicBezTo>
                  <a:pt x="10893840" y="2223159"/>
                  <a:pt x="10854590" y="2258731"/>
                  <a:pt x="10833457" y="2326314"/>
                </a:cubicBezTo>
                <a:cubicBezTo>
                  <a:pt x="10815342" y="2390340"/>
                  <a:pt x="10779112" y="2418796"/>
                  <a:pt x="10712690" y="2401012"/>
                </a:cubicBezTo>
                <a:cubicBezTo>
                  <a:pt x="10658346" y="2386784"/>
                  <a:pt x="10600982" y="2393898"/>
                  <a:pt x="10543619" y="2401012"/>
                </a:cubicBezTo>
                <a:cubicBezTo>
                  <a:pt x="10480218" y="2408126"/>
                  <a:pt x="10407758" y="2479267"/>
                  <a:pt x="10422854" y="2518395"/>
                </a:cubicBezTo>
                <a:cubicBezTo>
                  <a:pt x="10453044" y="2582422"/>
                  <a:pt x="10504370" y="2550408"/>
                  <a:pt x="10546639" y="2543294"/>
                </a:cubicBezTo>
                <a:cubicBezTo>
                  <a:pt x="10597964" y="2536181"/>
                  <a:pt x="10691556" y="2518395"/>
                  <a:pt x="10691556" y="2525509"/>
                </a:cubicBezTo>
                <a:cubicBezTo>
                  <a:pt x="10724768" y="2685576"/>
                  <a:pt x="10800246" y="2564636"/>
                  <a:pt x="10854590" y="2564636"/>
                </a:cubicBezTo>
                <a:cubicBezTo>
                  <a:pt x="10905916" y="2564636"/>
                  <a:pt x="10957241" y="2546851"/>
                  <a:pt x="11005548" y="2532623"/>
                </a:cubicBezTo>
                <a:cubicBezTo>
                  <a:pt x="11068949" y="2514837"/>
                  <a:pt x="11126312" y="2546851"/>
                  <a:pt x="11186696" y="2553965"/>
                </a:cubicBezTo>
                <a:cubicBezTo>
                  <a:pt x="11241040" y="2561080"/>
                  <a:pt x="11210850" y="2653563"/>
                  <a:pt x="11244060" y="2692689"/>
                </a:cubicBezTo>
                <a:cubicBezTo>
                  <a:pt x="11250097" y="2703362"/>
                  <a:pt x="11256136" y="2703362"/>
                  <a:pt x="11262174" y="2703362"/>
                </a:cubicBezTo>
                <a:cubicBezTo>
                  <a:pt x="11280289" y="2980812"/>
                  <a:pt x="11597299" y="2913227"/>
                  <a:pt x="11597299" y="2923898"/>
                </a:cubicBezTo>
                <a:cubicBezTo>
                  <a:pt x="11624471" y="2941684"/>
                  <a:pt x="11657682" y="2899000"/>
                  <a:pt x="11690892" y="2941684"/>
                </a:cubicBezTo>
                <a:cubicBezTo>
                  <a:pt x="11548993" y="3137322"/>
                  <a:pt x="11331614" y="3183563"/>
                  <a:pt x="11138390" y="3329402"/>
                </a:cubicBezTo>
                <a:cubicBezTo>
                  <a:pt x="11298403" y="3379202"/>
                  <a:pt x="11391998" y="3208463"/>
                  <a:pt x="11509744" y="3229805"/>
                </a:cubicBezTo>
                <a:cubicBezTo>
                  <a:pt x="11567107" y="3283162"/>
                  <a:pt x="11395016" y="3368530"/>
                  <a:pt x="11561068" y="3393429"/>
                </a:cubicBezTo>
                <a:cubicBezTo>
                  <a:pt x="11488610" y="3439672"/>
                  <a:pt x="11437284" y="3485914"/>
                  <a:pt x="11385959" y="3539269"/>
                </a:cubicBezTo>
                <a:cubicBezTo>
                  <a:pt x="11298403" y="3635309"/>
                  <a:pt x="11280289" y="3699337"/>
                  <a:pt x="11322556" y="3827390"/>
                </a:cubicBezTo>
                <a:cubicBezTo>
                  <a:pt x="11349730" y="3912759"/>
                  <a:pt x="11388978" y="3991015"/>
                  <a:pt x="11352748" y="4090612"/>
                </a:cubicBezTo>
                <a:cubicBezTo>
                  <a:pt x="11328595" y="4158196"/>
                  <a:pt x="11337653" y="4204438"/>
                  <a:pt x="11428226" y="4172424"/>
                </a:cubicBezTo>
                <a:cubicBezTo>
                  <a:pt x="11524840" y="4140411"/>
                  <a:pt x="11561068" y="4200882"/>
                  <a:pt x="11536915" y="4321821"/>
                </a:cubicBezTo>
                <a:cubicBezTo>
                  <a:pt x="11521821" y="4400076"/>
                  <a:pt x="11536915" y="4424975"/>
                  <a:pt x="11603338" y="4414305"/>
                </a:cubicBezTo>
                <a:cubicBezTo>
                  <a:pt x="11675796" y="4403633"/>
                  <a:pt x="11745236" y="4353835"/>
                  <a:pt x="11835811" y="4378734"/>
                </a:cubicBezTo>
                <a:cubicBezTo>
                  <a:pt x="11763352" y="4521016"/>
                  <a:pt x="11609374" y="4478331"/>
                  <a:pt x="11524840" y="4613499"/>
                </a:cubicBezTo>
                <a:cubicBezTo>
                  <a:pt x="11624471" y="4613499"/>
                  <a:pt x="11702969" y="4613499"/>
                  <a:pt x="11775427" y="4585042"/>
                </a:cubicBezTo>
                <a:cubicBezTo>
                  <a:pt x="11805619" y="4574373"/>
                  <a:pt x="11838830" y="4560144"/>
                  <a:pt x="11856944" y="4602828"/>
                </a:cubicBezTo>
                <a:cubicBezTo>
                  <a:pt x="11878080" y="4652628"/>
                  <a:pt x="11835811" y="4670412"/>
                  <a:pt x="11811658" y="4677526"/>
                </a:cubicBezTo>
                <a:cubicBezTo>
                  <a:pt x="11742216" y="4702425"/>
                  <a:pt x="11687874" y="4759339"/>
                  <a:pt x="11627490" y="4805580"/>
                </a:cubicBezTo>
                <a:cubicBezTo>
                  <a:pt x="11497668" y="4905177"/>
                  <a:pt x="11355767" y="4990547"/>
                  <a:pt x="11247078" y="5154171"/>
                </a:cubicBezTo>
                <a:cubicBezTo>
                  <a:pt x="11382940" y="5111487"/>
                  <a:pt x="11485590" y="5011889"/>
                  <a:pt x="11615414" y="4994104"/>
                </a:cubicBezTo>
                <a:cubicBezTo>
                  <a:pt x="11503704" y="5143500"/>
                  <a:pt x="11361806" y="5243097"/>
                  <a:pt x="11228964" y="5353367"/>
                </a:cubicBezTo>
                <a:cubicBezTo>
                  <a:pt x="11189714" y="5385379"/>
                  <a:pt x="11150466" y="5406721"/>
                  <a:pt x="11144428" y="5474306"/>
                </a:cubicBezTo>
                <a:cubicBezTo>
                  <a:pt x="11126312" y="5605917"/>
                  <a:pt x="11078008" y="5712629"/>
                  <a:pt x="10969318" y="5769542"/>
                </a:cubicBezTo>
                <a:cubicBezTo>
                  <a:pt x="10969318" y="5769542"/>
                  <a:pt x="10975356" y="5790884"/>
                  <a:pt x="10978374" y="5801555"/>
                </a:cubicBezTo>
                <a:cubicBezTo>
                  <a:pt x="11044797" y="5805112"/>
                  <a:pt x="11096122" y="5726858"/>
                  <a:pt x="11177639" y="5755314"/>
                </a:cubicBezTo>
                <a:cubicBezTo>
                  <a:pt x="11096122" y="5862025"/>
                  <a:pt x="11029702" y="5954508"/>
                  <a:pt x="10917992" y="6004307"/>
                </a:cubicBezTo>
                <a:cubicBezTo>
                  <a:pt x="10827418" y="6043434"/>
                  <a:pt x="10715710" y="6068335"/>
                  <a:pt x="10649289" y="6196388"/>
                </a:cubicBezTo>
                <a:cubicBezTo>
                  <a:pt x="10724768" y="6221287"/>
                  <a:pt x="10782132" y="6189274"/>
                  <a:pt x="10839496" y="6167932"/>
                </a:cubicBezTo>
                <a:cubicBezTo>
                  <a:pt x="10927050" y="6132361"/>
                  <a:pt x="11014605" y="6093234"/>
                  <a:pt x="11102160" y="6057663"/>
                </a:cubicBezTo>
                <a:cubicBezTo>
                  <a:pt x="11135372" y="6043434"/>
                  <a:pt x="11171600" y="6036320"/>
                  <a:pt x="11192734" y="6100347"/>
                </a:cubicBezTo>
                <a:cubicBezTo>
                  <a:pt x="11081026" y="6114575"/>
                  <a:pt x="11014605" y="6199945"/>
                  <a:pt x="10945164" y="6281757"/>
                </a:cubicBezTo>
                <a:cubicBezTo>
                  <a:pt x="10905916" y="6327999"/>
                  <a:pt x="10872705" y="6388469"/>
                  <a:pt x="10803265" y="6367127"/>
                </a:cubicBezTo>
                <a:cubicBezTo>
                  <a:pt x="10767036" y="6356456"/>
                  <a:pt x="10742882" y="6388469"/>
                  <a:pt x="10745901" y="6431153"/>
                </a:cubicBezTo>
                <a:cubicBezTo>
                  <a:pt x="10760998" y="6580550"/>
                  <a:pt x="10673442" y="6630349"/>
                  <a:pt x="10582868" y="6658805"/>
                </a:cubicBezTo>
                <a:cubicBezTo>
                  <a:pt x="10450026" y="6701489"/>
                  <a:pt x="10332280" y="6786859"/>
                  <a:pt x="10208496" y="6858000"/>
                </a:cubicBezTo>
                <a:lnTo>
                  <a:pt x="7272221" y="6858000"/>
                </a:lnTo>
                <a:lnTo>
                  <a:pt x="6362810" y="6858000"/>
                </a:lnTo>
                <a:lnTo>
                  <a:pt x="6139260" y="6858000"/>
                </a:lnTo>
                <a:lnTo>
                  <a:pt x="4282294" y="6858000"/>
                </a:lnTo>
                <a:lnTo>
                  <a:pt x="4114800" y="6858000"/>
                </a:lnTo>
                <a:lnTo>
                  <a:pt x="4038600" y="6858000"/>
                </a:lnTo>
                <a:lnTo>
                  <a:pt x="0" y="685800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5377003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system&#10;&#10;AI-generated content may be incorrect.">
            <a:extLst>
              <a:ext uri="{FF2B5EF4-FFF2-40B4-BE49-F238E27FC236}">
                <a16:creationId xmlns:a16="http://schemas.microsoft.com/office/drawing/2014/main" id="{02581BC0-B011-B4CA-05E5-A3E5BE733B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19" y="152400"/>
            <a:ext cx="12073562" cy="655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672511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BEF357-99AA-9818-92BA-90FFC3EC72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F65A500-04EA-1714-3B76-AC49A46FB28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6" r="1" b="40673"/>
          <a:stretch>
            <a:fillRect/>
          </a:stretch>
        </p:blipFill>
        <p:spPr>
          <a:xfrm>
            <a:off x="1" y="10"/>
            <a:ext cx="11862683" cy="6857990"/>
          </a:xfrm>
          <a:custGeom>
            <a:avLst/>
            <a:gdLst/>
            <a:ahLst/>
            <a:cxnLst/>
            <a:rect l="l" t="t" r="r" b="b"/>
            <a:pathLst>
              <a:path w="11862683" h="6858000">
                <a:moveTo>
                  <a:pt x="0" y="0"/>
                </a:moveTo>
                <a:lnTo>
                  <a:pt x="4038600" y="0"/>
                </a:lnTo>
                <a:lnTo>
                  <a:pt x="4114800" y="0"/>
                </a:lnTo>
                <a:lnTo>
                  <a:pt x="4282294" y="0"/>
                </a:lnTo>
                <a:lnTo>
                  <a:pt x="6139260" y="0"/>
                </a:lnTo>
                <a:lnTo>
                  <a:pt x="6362810" y="0"/>
                </a:lnTo>
                <a:lnTo>
                  <a:pt x="7272221" y="0"/>
                </a:lnTo>
                <a:lnTo>
                  <a:pt x="10815342" y="0"/>
                </a:lnTo>
                <a:cubicBezTo>
                  <a:pt x="10709672" y="35571"/>
                  <a:pt x="10607020" y="78255"/>
                  <a:pt x="10501350" y="110269"/>
                </a:cubicBezTo>
                <a:cubicBezTo>
                  <a:pt x="10516447" y="145839"/>
                  <a:pt x="10531542" y="138725"/>
                  <a:pt x="10546639" y="135168"/>
                </a:cubicBezTo>
                <a:cubicBezTo>
                  <a:pt x="10637212" y="120941"/>
                  <a:pt x="10730806" y="110269"/>
                  <a:pt x="10818360" y="71141"/>
                </a:cubicBezTo>
                <a:cubicBezTo>
                  <a:pt x="10839496" y="64027"/>
                  <a:pt x="10863648" y="64027"/>
                  <a:pt x="10872705" y="88927"/>
                </a:cubicBezTo>
                <a:cubicBezTo>
                  <a:pt x="10887801" y="124497"/>
                  <a:pt x="10866668" y="145839"/>
                  <a:pt x="10845532" y="163625"/>
                </a:cubicBezTo>
                <a:cubicBezTo>
                  <a:pt x="10809304" y="195638"/>
                  <a:pt x="10767036" y="188525"/>
                  <a:pt x="10727787" y="192082"/>
                </a:cubicBezTo>
                <a:cubicBezTo>
                  <a:pt x="10619098" y="209867"/>
                  <a:pt x="10567772" y="259665"/>
                  <a:pt x="10543619" y="373491"/>
                </a:cubicBezTo>
                <a:cubicBezTo>
                  <a:pt x="10637212" y="327250"/>
                  <a:pt x="10730806" y="384162"/>
                  <a:pt x="10821380" y="352148"/>
                </a:cubicBezTo>
                <a:cubicBezTo>
                  <a:pt x="10845532" y="345034"/>
                  <a:pt x="10881763" y="355706"/>
                  <a:pt x="10869686" y="394834"/>
                </a:cubicBezTo>
                <a:cubicBezTo>
                  <a:pt x="10857610" y="430405"/>
                  <a:pt x="10818360" y="458860"/>
                  <a:pt x="10887801" y="451747"/>
                </a:cubicBezTo>
                <a:cubicBezTo>
                  <a:pt x="10939127" y="448189"/>
                  <a:pt x="10954222" y="405504"/>
                  <a:pt x="10969318" y="359262"/>
                </a:cubicBezTo>
                <a:cubicBezTo>
                  <a:pt x="10981394" y="334364"/>
                  <a:pt x="11014605" y="320135"/>
                  <a:pt x="11038758" y="334364"/>
                </a:cubicBezTo>
                <a:cubicBezTo>
                  <a:pt x="11068949" y="348592"/>
                  <a:pt x="11059892" y="387720"/>
                  <a:pt x="11059892" y="416176"/>
                </a:cubicBezTo>
                <a:cubicBezTo>
                  <a:pt x="11062912" y="469532"/>
                  <a:pt x="11038758" y="494431"/>
                  <a:pt x="10996491" y="505101"/>
                </a:cubicBezTo>
                <a:cubicBezTo>
                  <a:pt x="10945164" y="519330"/>
                  <a:pt x="10893840" y="537116"/>
                  <a:pt x="10827418" y="558458"/>
                </a:cubicBezTo>
                <a:cubicBezTo>
                  <a:pt x="10899878" y="594028"/>
                  <a:pt x="10954222" y="586915"/>
                  <a:pt x="11008566" y="558458"/>
                </a:cubicBezTo>
                <a:cubicBezTo>
                  <a:pt x="11074988" y="526444"/>
                  <a:pt x="11162542" y="483759"/>
                  <a:pt x="11216886" y="522887"/>
                </a:cubicBezTo>
                <a:cubicBezTo>
                  <a:pt x="11298403" y="579800"/>
                  <a:pt x="11364824" y="544229"/>
                  <a:pt x="11437284" y="533558"/>
                </a:cubicBezTo>
                <a:cubicBezTo>
                  <a:pt x="11588242" y="512216"/>
                  <a:pt x="11494648" y="480203"/>
                  <a:pt x="11645605" y="462417"/>
                </a:cubicBezTo>
                <a:cubicBezTo>
                  <a:pt x="11705988" y="455303"/>
                  <a:pt x="11769390" y="426847"/>
                  <a:pt x="11856944" y="465975"/>
                </a:cubicBezTo>
                <a:cubicBezTo>
                  <a:pt x="11461437" y="672284"/>
                  <a:pt x="11274250" y="658055"/>
                  <a:pt x="10921012" y="910606"/>
                </a:cubicBezTo>
                <a:cubicBezTo>
                  <a:pt x="10936107" y="935506"/>
                  <a:pt x="10951202" y="924835"/>
                  <a:pt x="10966299" y="921277"/>
                </a:cubicBezTo>
                <a:cubicBezTo>
                  <a:pt x="10990452" y="917720"/>
                  <a:pt x="11020644" y="903491"/>
                  <a:pt x="11026682" y="949734"/>
                </a:cubicBezTo>
                <a:cubicBezTo>
                  <a:pt x="11029702" y="985305"/>
                  <a:pt x="11011585" y="1003089"/>
                  <a:pt x="10981394" y="1006647"/>
                </a:cubicBezTo>
                <a:cubicBezTo>
                  <a:pt x="10893840" y="1020875"/>
                  <a:pt x="10815342" y="1070674"/>
                  <a:pt x="10736844" y="1113358"/>
                </a:cubicBezTo>
                <a:cubicBezTo>
                  <a:pt x="10700615" y="1131144"/>
                  <a:pt x="10661366" y="1156043"/>
                  <a:pt x="10676462" y="1220069"/>
                </a:cubicBezTo>
                <a:cubicBezTo>
                  <a:pt x="10706652" y="1237855"/>
                  <a:pt x="10727787" y="1212955"/>
                  <a:pt x="10751940" y="1209399"/>
                </a:cubicBezTo>
                <a:cubicBezTo>
                  <a:pt x="10776093" y="1205842"/>
                  <a:pt x="10833457" y="1220069"/>
                  <a:pt x="10818360" y="1230741"/>
                </a:cubicBezTo>
                <a:cubicBezTo>
                  <a:pt x="10748920" y="1269868"/>
                  <a:pt x="10875724" y="1365909"/>
                  <a:pt x="10791190" y="1365909"/>
                </a:cubicBezTo>
                <a:cubicBezTo>
                  <a:pt x="10652309" y="1365909"/>
                  <a:pt x="10576830" y="1536647"/>
                  <a:pt x="10443988" y="1540204"/>
                </a:cubicBezTo>
                <a:cubicBezTo>
                  <a:pt x="10422854" y="1540204"/>
                  <a:pt x="10413797" y="1572219"/>
                  <a:pt x="10413797" y="1597117"/>
                </a:cubicBezTo>
                <a:cubicBezTo>
                  <a:pt x="10413797" y="1629132"/>
                  <a:pt x="10434930" y="1632688"/>
                  <a:pt x="10456064" y="1636245"/>
                </a:cubicBezTo>
                <a:cubicBezTo>
                  <a:pt x="10489275" y="1639802"/>
                  <a:pt x="10525504" y="1597117"/>
                  <a:pt x="10567772" y="1657587"/>
                </a:cubicBezTo>
                <a:cubicBezTo>
                  <a:pt x="10489275" y="1693158"/>
                  <a:pt x="10407758" y="1728729"/>
                  <a:pt x="10410777" y="1849668"/>
                </a:cubicBezTo>
                <a:cubicBezTo>
                  <a:pt x="10410777" y="1881683"/>
                  <a:pt x="10377566" y="1895910"/>
                  <a:pt x="10353413" y="1903025"/>
                </a:cubicBezTo>
                <a:cubicBezTo>
                  <a:pt x="10311146" y="1917252"/>
                  <a:pt x="10277935" y="1938595"/>
                  <a:pt x="10253782" y="1984836"/>
                </a:cubicBezTo>
                <a:cubicBezTo>
                  <a:pt x="10253782" y="1995507"/>
                  <a:pt x="10253782" y="2002622"/>
                  <a:pt x="10253782" y="2013292"/>
                </a:cubicBezTo>
                <a:cubicBezTo>
                  <a:pt x="10259820" y="2123562"/>
                  <a:pt x="10320202" y="2120004"/>
                  <a:pt x="10386624" y="2102219"/>
                </a:cubicBezTo>
                <a:cubicBezTo>
                  <a:pt x="10465122" y="2080877"/>
                  <a:pt x="10543619" y="2038192"/>
                  <a:pt x="10628156" y="2077320"/>
                </a:cubicBezTo>
                <a:cubicBezTo>
                  <a:pt x="10510408" y="2130676"/>
                  <a:pt x="10380586" y="2134233"/>
                  <a:pt x="10271896" y="2208931"/>
                </a:cubicBezTo>
                <a:cubicBezTo>
                  <a:pt x="10676462" y="2223159"/>
                  <a:pt x="11032720" y="1984836"/>
                  <a:pt x="11425208" y="1892353"/>
                </a:cubicBezTo>
                <a:cubicBezTo>
                  <a:pt x="11413131" y="1952823"/>
                  <a:pt x="11379920" y="1967051"/>
                  <a:pt x="11352748" y="1974165"/>
                </a:cubicBezTo>
                <a:cubicBezTo>
                  <a:pt x="11207830" y="2020407"/>
                  <a:pt x="11081026" y="2112891"/>
                  <a:pt x="10948184" y="2191146"/>
                </a:cubicBezTo>
                <a:cubicBezTo>
                  <a:pt x="10893840" y="2223159"/>
                  <a:pt x="10854590" y="2258731"/>
                  <a:pt x="10833457" y="2326314"/>
                </a:cubicBezTo>
                <a:cubicBezTo>
                  <a:pt x="10815342" y="2390340"/>
                  <a:pt x="10779112" y="2418796"/>
                  <a:pt x="10712690" y="2401012"/>
                </a:cubicBezTo>
                <a:cubicBezTo>
                  <a:pt x="10658346" y="2386784"/>
                  <a:pt x="10600982" y="2393898"/>
                  <a:pt x="10543619" y="2401012"/>
                </a:cubicBezTo>
                <a:cubicBezTo>
                  <a:pt x="10480218" y="2408126"/>
                  <a:pt x="10407758" y="2479267"/>
                  <a:pt x="10422854" y="2518395"/>
                </a:cubicBezTo>
                <a:cubicBezTo>
                  <a:pt x="10453044" y="2582422"/>
                  <a:pt x="10504370" y="2550408"/>
                  <a:pt x="10546639" y="2543294"/>
                </a:cubicBezTo>
                <a:cubicBezTo>
                  <a:pt x="10597964" y="2536181"/>
                  <a:pt x="10691556" y="2518395"/>
                  <a:pt x="10691556" y="2525509"/>
                </a:cubicBezTo>
                <a:cubicBezTo>
                  <a:pt x="10724768" y="2685576"/>
                  <a:pt x="10800246" y="2564636"/>
                  <a:pt x="10854590" y="2564636"/>
                </a:cubicBezTo>
                <a:cubicBezTo>
                  <a:pt x="10905916" y="2564636"/>
                  <a:pt x="10957241" y="2546851"/>
                  <a:pt x="11005548" y="2532623"/>
                </a:cubicBezTo>
                <a:cubicBezTo>
                  <a:pt x="11068949" y="2514837"/>
                  <a:pt x="11126312" y="2546851"/>
                  <a:pt x="11186696" y="2553965"/>
                </a:cubicBezTo>
                <a:cubicBezTo>
                  <a:pt x="11241040" y="2561080"/>
                  <a:pt x="11210850" y="2653563"/>
                  <a:pt x="11244060" y="2692689"/>
                </a:cubicBezTo>
                <a:cubicBezTo>
                  <a:pt x="11250097" y="2703362"/>
                  <a:pt x="11256136" y="2703362"/>
                  <a:pt x="11262174" y="2703362"/>
                </a:cubicBezTo>
                <a:cubicBezTo>
                  <a:pt x="11280289" y="2980812"/>
                  <a:pt x="11597299" y="2913227"/>
                  <a:pt x="11597299" y="2923898"/>
                </a:cubicBezTo>
                <a:cubicBezTo>
                  <a:pt x="11624471" y="2941684"/>
                  <a:pt x="11657682" y="2899000"/>
                  <a:pt x="11690892" y="2941684"/>
                </a:cubicBezTo>
                <a:cubicBezTo>
                  <a:pt x="11548993" y="3137322"/>
                  <a:pt x="11331614" y="3183563"/>
                  <a:pt x="11138390" y="3329402"/>
                </a:cubicBezTo>
                <a:cubicBezTo>
                  <a:pt x="11298403" y="3379202"/>
                  <a:pt x="11391998" y="3208463"/>
                  <a:pt x="11509744" y="3229805"/>
                </a:cubicBezTo>
                <a:cubicBezTo>
                  <a:pt x="11567107" y="3283162"/>
                  <a:pt x="11395016" y="3368530"/>
                  <a:pt x="11561068" y="3393429"/>
                </a:cubicBezTo>
                <a:cubicBezTo>
                  <a:pt x="11488610" y="3439672"/>
                  <a:pt x="11437284" y="3485914"/>
                  <a:pt x="11385959" y="3539269"/>
                </a:cubicBezTo>
                <a:cubicBezTo>
                  <a:pt x="11298403" y="3635309"/>
                  <a:pt x="11280289" y="3699337"/>
                  <a:pt x="11322556" y="3827390"/>
                </a:cubicBezTo>
                <a:cubicBezTo>
                  <a:pt x="11349730" y="3912759"/>
                  <a:pt x="11388978" y="3991015"/>
                  <a:pt x="11352748" y="4090612"/>
                </a:cubicBezTo>
                <a:cubicBezTo>
                  <a:pt x="11328595" y="4158196"/>
                  <a:pt x="11337653" y="4204438"/>
                  <a:pt x="11428226" y="4172424"/>
                </a:cubicBezTo>
                <a:cubicBezTo>
                  <a:pt x="11524840" y="4140411"/>
                  <a:pt x="11561068" y="4200882"/>
                  <a:pt x="11536915" y="4321821"/>
                </a:cubicBezTo>
                <a:cubicBezTo>
                  <a:pt x="11521821" y="4400076"/>
                  <a:pt x="11536915" y="4424975"/>
                  <a:pt x="11603338" y="4414305"/>
                </a:cubicBezTo>
                <a:cubicBezTo>
                  <a:pt x="11675796" y="4403633"/>
                  <a:pt x="11745236" y="4353835"/>
                  <a:pt x="11835811" y="4378734"/>
                </a:cubicBezTo>
                <a:cubicBezTo>
                  <a:pt x="11763352" y="4521016"/>
                  <a:pt x="11609374" y="4478331"/>
                  <a:pt x="11524840" y="4613499"/>
                </a:cubicBezTo>
                <a:cubicBezTo>
                  <a:pt x="11624471" y="4613499"/>
                  <a:pt x="11702969" y="4613499"/>
                  <a:pt x="11775427" y="4585042"/>
                </a:cubicBezTo>
                <a:cubicBezTo>
                  <a:pt x="11805619" y="4574373"/>
                  <a:pt x="11838830" y="4560144"/>
                  <a:pt x="11856944" y="4602828"/>
                </a:cubicBezTo>
                <a:cubicBezTo>
                  <a:pt x="11878080" y="4652628"/>
                  <a:pt x="11835811" y="4670412"/>
                  <a:pt x="11811658" y="4677526"/>
                </a:cubicBezTo>
                <a:cubicBezTo>
                  <a:pt x="11742216" y="4702425"/>
                  <a:pt x="11687874" y="4759339"/>
                  <a:pt x="11627490" y="4805580"/>
                </a:cubicBezTo>
                <a:cubicBezTo>
                  <a:pt x="11497668" y="4905177"/>
                  <a:pt x="11355767" y="4990547"/>
                  <a:pt x="11247078" y="5154171"/>
                </a:cubicBezTo>
                <a:cubicBezTo>
                  <a:pt x="11382940" y="5111487"/>
                  <a:pt x="11485590" y="5011889"/>
                  <a:pt x="11615414" y="4994104"/>
                </a:cubicBezTo>
                <a:cubicBezTo>
                  <a:pt x="11503704" y="5143500"/>
                  <a:pt x="11361806" y="5243097"/>
                  <a:pt x="11228964" y="5353367"/>
                </a:cubicBezTo>
                <a:cubicBezTo>
                  <a:pt x="11189714" y="5385379"/>
                  <a:pt x="11150466" y="5406721"/>
                  <a:pt x="11144428" y="5474306"/>
                </a:cubicBezTo>
                <a:cubicBezTo>
                  <a:pt x="11126312" y="5605917"/>
                  <a:pt x="11078008" y="5712629"/>
                  <a:pt x="10969318" y="5769542"/>
                </a:cubicBezTo>
                <a:cubicBezTo>
                  <a:pt x="10969318" y="5769542"/>
                  <a:pt x="10975356" y="5790884"/>
                  <a:pt x="10978374" y="5801555"/>
                </a:cubicBezTo>
                <a:cubicBezTo>
                  <a:pt x="11044797" y="5805112"/>
                  <a:pt x="11096122" y="5726858"/>
                  <a:pt x="11177639" y="5755314"/>
                </a:cubicBezTo>
                <a:cubicBezTo>
                  <a:pt x="11096122" y="5862025"/>
                  <a:pt x="11029702" y="5954508"/>
                  <a:pt x="10917992" y="6004307"/>
                </a:cubicBezTo>
                <a:cubicBezTo>
                  <a:pt x="10827418" y="6043434"/>
                  <a:pt x="10715710" y="6068335"/>
                  <a:pt x="10649289" y="6196388"/>
                </a:cubicBezTo>
                <a:cubicBezTo>
                  <a:pt x="10724768" y="6221287"/>
                  <a:pt x="10782132" y="6189274"/>
                  <a:pt x="10839496" y="6167932"/>
                </a:cubicBezTo>
                <a:cubicBezTo>
                  <a:pt x="10927050" y="6132361"/>
                  <a:pt x="11014605" y="6093234"/>
                  <a:pt x="11102160" y="6057663"/>
                </a:cubicBezTo>
                <a:cubicBezTo>
                  <a:pt x="11135372" y="6043434"/>
                  <a:pt x="11171600" y="6036320"/>
                  <a:pt x="11192734" y="6100347"/>
                </a:cubicBezTo>
                <a:cubicBezTo>
                  <a:pt x="11081026" y="6114575"/>
                  <a:pt x="11014605" y="6199945"/>
                  <a:pt x="10945164" y="6281757"/>
                </a:cubicBezTo>
                <a:cubicBezTo>
                  <a:pt x="10905916" y="6327999"/>
                  <a:pt x="10872705" y="6388469"/>
                  <a:pt x="10803265" y="6367127"/>
                </a:cubicBezTo>
                <a:cubicBezTo>
                  <a:pt x="10767036" y="6356456"/>
                  <a:pt x="10742882" y="6388469"/>
                  <a:pt x="10745901" y="6431153"/>
                </a:cubicBezTo>
                <a:cubicBezTo>
                  <a:pt x="10760998" y="6580550"/>
                  <a:pt x="10673442" y="6630349"/>
                  <a:pt x="10582868" y="6658805"/>
                </a:cubicBezTo>
                <a:cubicBezTo>
                  <a:pt x="10450026" y="6701489"/>
                  <a:pt x="10332280" y="6786859"/>
                  <a:pt x="10208496" y="6858000"/>
                </a:cubicBezTo>
                <a:lnTo>
                  <a:pt x="7272221" y="6858000"/>
                </a:lnTo>
                <a:lnTo>
                  <a:pt x="6362810" y="6858000"/>
                </a:lnTo>
                <a:lnTo>
                  <a:pt x="6139260" y="6858000"/>
                </a:lnTo>
                <a:lnTo>
                  <a:pt x="4282294" y="6858000"/>
                </a:lnTo>
                <a:lnTo>
                  <a:pt x="4114800" y="6858000"/>
                </a:lnTo>
                <a:lnTo>
                  <a:pt x="4038600" y="6858000"/>
                </a:lnTo>
                <a:lnTo>
                  <a:pt x="0" y="685800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44352800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412CDD3-368B-4ECD-861B-623E8CAF404B}"/>
              </a:ext>
            </a:extLst>
          </p:cNvPr>
          <p:cNvSpPr/>
          <p:nvPr/>
        </p:nvSpPr>
        <p:spPr>
          <a:xfrm>
            <a:off x="2274104" y="314337"/>
            <a:ext cx="2853689" cy="6400783"/>
          </a:xfrm>
          <a:prstGeom prst="rect">
            <a:avLst/>
          </a:prstGeom>
          <a:solidFill>
            <a:schemeClr val="accent1">
              <a:alpha val="6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marL="0" marR="0" lvl="0" indent="0" algn="ctr" defTabSz="91431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2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Serverless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C849BBD-AB5A-4E3C-87CD-BC3366449FF1}"/>
              </a:ext>
            </a:extLst>
          </p:cNvPr>
          <p:cNvSpPr/>
          <p:nvPr/>
        </p:nvSpPr>
        <p:spPr>
          <a:xfrm>
            <a:off x="5127793" y="314339"/>
            <a:ext cx="3201353" cy="6400784"/>
          </a:xfrm>
          <a:prstGeom prst="rect">
            <a:avLst/>
          </a:prstGeom>
          <a:solidFill>
            <a:schemeClr val="accent6">
              <a:alpha val="6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marL="0" marR="0" lvl="0" indent="0" algn="ctr" defTabSz="91431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2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Streaming Data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AD6C6FC-5150-4B77-A743-CEF0A65885F0}"/>
              </a:ext>
            </a:extLst>
          </p:cNvPr>
          <p:cNvSpPr/>
          <p:nvPr/>
        </p:nvSpPr>
        <p:spPr>
          <a:xfrm>
            <a:off x="8329147" y="314339"/>
            <a:ext cx="3567578" cy="6400785"/>
          </a:xfrm>
          <a:prstGeom prst="rect">
            <a:avLst/>
          </a:prstGeom>
          <a:solidFill>
            <a:schemeClr val="accent3">
              <a:alpha val="6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marL="0" marR="0" lvl="0" indent="0" algn="ctr" defTabSz="91431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2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Enterprise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222B526-4E81-4E51-B492-B7EDAC4985F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24816354"/>
              </p:ext>
            </p:extLst>
          </p:nvPr>
        </p:nvGraphicFramePr>
        <p:xfrm>
          <a:off x="454933" y="314341"/>
          <a:ext cx="11282135" cy="622931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90416">
                  <a:extLst>
                    <a:ext uri="{9D8B030D-6E8A-4147-A177-3AD203B41FA5}">
                      <a16:colId xmlns:a16="http://schemas.microsoft.com/office/drawing/2014/main" val="1582576505"/>
                    </a:ext>
                  </a:extLst>
                </a:gridCol>
                <a:gridCol w="2687819">
                  <a:extLst>
                    <a:ext uri="{9D8B030D-6E8A-4147-A177-3AD203B41FA5}">
                      <a16:colId xmlns:a16="http://schemas.microsoft.com/office/drawing/2014/main" val="2659572726"/>
                    </a:ext>
                  </a:extLst>
                </a:gridCol>
                <a:gridCol w="3158386">
                  <a:extLst>
                    <a:ext uri="{9D8B030D-6E8A-4147-A177-3AD203B41FA5}">
                      <a16:colId xmlns:a16="http://schemas.microsoft.com/office/drawing/2014/main" val="3602601879"/>
                    </a:ext>
                  </a:extLst>
                </a:gridCol>
                <a:gridCol w="3445514">
                  <a:extLst>
                    <a:ext uri="{9D8B030D-6E8A-4147-A177-3AD203B41FA5}">
                      <a16:colId xmlns:a16="http://schemas.microsoft.com/office/drawing/2014/main" val="3639380612"/>
                    </a:ext>
                  </a:extLst>
                </a:gridCol>
              </a:tblGrid>
              <a:tr h="438674">
                <a:tc>
                  <a:txBody>
                    <a:bodyPr/>
                    <a:lstStyle/>
                    <a:p>
                      <a:r>
                        <a:rPr lang="en-US" sz="1900" b="1" dirty="0"/>
                        <a:t>Segment</a:t>
                      </a:r>
                    </a:p>
                  </a:txBody>
                  <a:tcPr marL="91427" marR="91427" marT="45713" marB="45713"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b="1" dirty="0" err="1"/>
                        <a:t>Eventing</a:t>
                      </a:r>
                      <a:r>
                        <a:rPr lang="en-US" sz="1800" b="1" dirty="0"/>
                        <a:t> </a:t>
                      </a:r>
                      <a:r>
                        <a:rPr lang="en-US" sz="1800" b="1" dirty="0" err="1"/>
                        <a:t>PubSub</a:t>
                      </a:r>
                      <a:endParaRPr lang="en-US" sz="1800" b="1" dirty="0"/>
                    </a:p>
                  </a:txBody>
                  <a:tcPr marL="91427" marR="91427" marT="45713" marB="45713"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/>
                        <a:t>Streaming</a:t>
                      </a:r>
                      <a:endParaRPr lang="en-US" sz="1800" b="1" dirty="0"/>
                    </a:p>
                  </a:txBody>
                  <a:tcPr marL="91427" marR="91427" marT="45713" marB="45713"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/>
                        <a:t>Enterprise Messaging</a:t>
                      </a:r>
                    </a:p>
                  </a:txBody>
                  <a:tcPr marL="91427" marR="91427" marT="45713" marB="45713"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92751522"/>
                  </a:ext>
                </a:extLst>
              </a:tr>
              <a:tr h="4211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Product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Event Grid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Event Hubs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Service Bus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67989973"/>
                  </a:ext>
                </a:extLst>
              </a:tr>
              <a:tr h="319364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What do you care about</a:t>
                      </a:r>
                    </a:p>
                    <a:p>
                      <a:endParaRPr lang="en-US" sz="1800" dirty="0"/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Communication between apps / orgs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Individual message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Push and pull semantics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Filtering and routing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Pay as you go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Fan out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Many messages in a Stream (think in MBs)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Ease of use and operation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Low cost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Fan in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Strict ordering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Kafka compliant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Works with other tools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Instantaneous consistency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Strict ordering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JMS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Non-repudiation &amp; Security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Geo-Replication &amp; Availability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Rich features (de-dupe, scheduling, etc.)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6242750"/>
                  </a:ext>
                </a:extLst>
              </a:tr>
              <a:tr h="1228316">
                <a:tc>
                  <a:txBody>
                    <a:bodyPr/>
                    <a:lstStyle/>
                    <a:p>
                      <a:r>
                        <a:rPr lang="en-US" sz="1800" dirty="0"/>
                        <a:t>What you care less about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Ordering of messaging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Instantaneous consistency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Individual message semantics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Server-side cursor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Only Once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Cost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Simplicity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00995228"/>
                  </a:ext>
                </a:extLst>
              </a:tr>
              <a:tr h="947555">
                <a:tc>
                  <a:txBody>
                    <a:bodyPr/>
                    <a:lstStyle/>
                    <a:p>
                      <a:r>
                        <a:rPr lang="en-US" sz="1900" dirty="0"/>
                        <a:t>Focus point</a:t>
                      </a:r>
                      <a:endParaRPr lang="en-US" sz="1800" dirty="0"/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Reliable fan out push at massive scale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High scale distributed log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Highly indexed full featured message broker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03334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326967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BBD90B0B-1E35-7F66-AC33-37FBC951D06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t="21934" r="9089" b="6143"/>
          <a:stretch/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818581-331C-1249-8681-E5D0A4675B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981" y="1122363"/>
            <a:ext cx="4023360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dirty="0">
                <a:solidFill>
                  <a:schemeClr val="accent2"/>
                </a:solidFill>
                <a:cs typeface="Calibri Light"/>
              </a:rPr>
              <a:t>Use all of them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5293228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579CB1-A0C6-5F0C-21B9-923F5F79E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2ABB969D-7392-0A12-9426-1AF77E4534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4" name="Grafik 3" descr="Ein Bild, das draußen, Gras, Himmel, Pflanze enthält.&#10;&#10;Beschreibung automatisch generiert.">
            <a:extLst>
              <a:ext uri="{FF2B5EF4-FFF2-40B4-BE49-F238E27FC236}">
                <a16:creationId xmlns:a16="http://schemas.microsoft.com/office/drawing/2014/main" id="{E39707B5-D69D-E730-99A8-822876B55F7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091" r="13818"/>
          <a:stretch/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2C12604-4097-27BC-BCEE-F13305193B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19EF835-7D18-37AB-CE54-F2B8F78AE6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0" y="1122363"/>
            <a:ext cx="8668512" cy="3204134"/>
          </a:xfrm>
        </p:spPr>
        <p:txBody>
          <a:bodyPr anchor="b">
            <a:normAutofit/>
          </a:bodyPr>
          <a:lstStyle/>
          <a:p>
            <a:pPr algn="l"/>
            <a:r>
              <a:rPr lang="de-DE" sz="4000" dirty="0" err="1">
                <a:solidFill>
                  <a:schemeClr val="bg1"/>
                </a:solidFill>
                <a:cs typeface="Calibri Light"/>
              </a:rPr>
              <a:t>Navigating</a:t>
            </a:r>
            <a:r>
              <a:rPr lang="de-DE" sz="4000" dirty="0">
                <a:solidFill>
                  <a:schemeClr val="bg1"/>
                </a:solidFill>
                <a:cs typeface="Calibri Light"/>
              </a:rPr>
              <a:t> </a:t>
            </a:r>
            <a:r>
              <a:rPr lang="de-DE" sz="4000" dirty="0" err="1">
                <a:solidFill>
                  <a:schemeClr val="bg1"/>
                </a:solidFill>
                <a:cs typeface="Calibri Light"/>
              </a:rPr>
              <a:t>through</a:t>
            </a:r>
            <a:r>
              <a:rPr lang="de-DE" sz="4800" dirty="0">
                <a:solidFill>
                  <a:schemeClr val="bg1"/>
                </a:solidFill>
                <a:cs typeface="Calibri Light"/>
              </a:rPr>
              <a:t> </a:t>
            </a:r>
            <a:r>
              <a:rPr lang="de-DE" sz="4000" dirty="0" err="1">
                <a:solidFill>
                  <a:schemeClr val="bg1"/>
                </a:solidFill>
                <a:cs typeface="Calibri Light"/>
              </a:rPr>
              <a:t>the</a:t>
            </a:r>
            <a:br>
              <a:rPr lang="de-DE" sz="4000" dirty="0">
                <a:solidFill>
                  <a:schemeClr val="bg1"/>
                </a:solidFill>
                <a:cs typeface="Calibri Light"/>
              </a:rPr>
            </a:br>
            <a:r>
              <a:rPr lang="de-DE" sz="4800" dirty="0">
                <a:solidFill>
                  <a:schemeClr val="accent2"/>
                </a:solidFill>
                <a:cs typeface="Calibri Light"/>
              </a:rPr>
              <a:t>Azure Messaging</a:t>
            </a:r>
            <a:br>
              <a:rPr lang="de-DE" sz="4800" dirty="0">
                <a:solidFill>
                  <a:schemeClr val="accent2"/>
                </a:solidFill>
                <a:cs typeface="Calibri Light"/>
              </a:rPr>
            </a:br>
            <a:r>
              <a:rPr lang="de-DE" sz="4000" dirty="0">
                <a:solidFill>
                  <a:schemeClr val="bg1"/>
                </a:solidFill>
                <a:cs typeface="Calibri Light"/>
              </a:rPr>
              <a:t>(</a:t>
            </a:r>
            <a:r>
              <a:rPr lang="de-DE" sz="4000" dirty="0" err="1">
                <a:solidFill>
                  <a:schemeClr val="bg1"/>
                </a:solidFill>
                <a:cs typeface="Calibri Light"/>
              </a:rPr>
              <a:t>over</a:t>
            </a:r>
            <a:r>
              <a:rPr lang="de-DE" sz="4000" dirty="0">
                <a:solidFill>
                  <a:schemeClr val="bg1"/>
                </a:solidFill>
                <a:cs typeface="Calibri Light"/>
              </a:rPr>
              <a:t>)</a:t>
            </a:r>
            <a:r>
              <a:rPr lang="de-DE" sz="4000" dirty="0" err="1">
                <a:solidFill>
                  <a:schemeClr val="bg1"/>
                </a:solidFill>
                <a:cs typeface="Calibri Light"/>
              </a:rPr>
              <a:t>choice</a:t>
            </a:r>
            <a:endParaRPr lang="de-DE" sz="4800" dirty="0">
              <a:solidFill>
                <a:schemeClr val="bg1"/>
              </a:solidFill>
              <a:cs typeface="Calibri Light"/>
            </a:endParaRP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F362D6A0-71D7-F8C8-E861-29364BA35D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0" y="4872922"/>
            <a:ext cx="4023359" cy="1208141"/>
          </a:xfrm>
        </p:spPr>
        <p:txBody>
          <a:bodyPr>
            <a:normAutofit/>
          </a:bodyPr>
          <a:lstStyle/>
          <a:p>
            <a:pPr algn="l"/>
            <a:r>
              <a:rPr lang="de-DE" sz="2000" dirty="0" err="1">
                <a:solidFill>
                  <a:schemeClr val="accent2"/>
                </a:solidFill>
              </a:rPr>
              <a:t>daniel.</a:t>
            </a:r>
            <a:r>
              <a:rPr lang="de-DE" sz="2000" err="1">
                <a:solidFill>
                  <a:schemeClr val="accent2"/>
                </a:solidFill>
              </a:rPr>
              <a:t>marbach</a:t>
            </a:r>
            <a:r>
              <a:rPr lang="de-DE" sz="2000">
                <a:solidFill>
                  <a:schemeClr val="accent2"/>
                </a:solidFill>
              </a:rPr>
              <a:t>@particular.</a:t>
            </a:r>
            <a:r>
              <a:rPr lang="de-DE" sz="2000" dirty="0" err="1">
                <a:solidFill>
                  <a:schemeClr val="accent2"/>
                </a:solidFill>
              </a:rPr>
              <a:t>net</a:t>
            </a:r>
            <a:endParaRPr lang="de-DE" sz="2000" dirty="0">
              <a:solidFill>
                <a:schemeClr val="accent2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09FCDDE-EFC5-3D82-A3AC-02C996BD8C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87450A5-96E4-8E1B-AB2F-8858F2959E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23373354"/>
      </p:ext>
    </p:extLst>
  </p:cSld>
  <p:clrMapOvr>
    <a:masterClrMapping/>
  </p:clrMapOvr>
</p:sld>
</file>

<file path=ppt/theme/_rels/them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Mesh">
  <a:themeElements>
    <a:clrScheme name="Mesh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F4B54B"/>
      </a:accent1>
      <a:accent2>
        <a:srgbClr val="A2C84E"/>
      </a:accent2>
      <a:accent3>
        <a:srgbClr val="4BC298"/>
      </a:accent3>
      <a:accent4>
        <a:srgbClr val="4CB5D3"/>
      </a:accent4>
      <a:accent5>
        <a:srgbClr val="9167E3"/>
      </a:accent5>
      <a:accent6>
        <a:srgbClr val="E05073"/>
      </a:accent6>
      <a:hlink>
        <a:srgbClr val="E19520"/>
      </a:hlink>
      <a:folHlink>
        <a:srgbClr val="E8B15D"/>
      </a:folHlink>
    </a:clrScheme>
    <a:fontScheme name="Mesh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Mesh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DD1DAD52-B525-46B5-8E87-60EE23581B9C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3240</TotalTime>
  <Words>592</Words>
  <Application>Microsoft Macintosh PowerPoint</Application>
  <PresentationFormat>Widescreen</PresentationFormat>
  <Paragraphs>88</Paragraphs>
  <Slides>42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42</vt:i4>
      </vt:variant>
    </vt:vector>
  </HeadingPairs>
  <TitlesOfParts>
    <vt:vector size="53" baseType="lpstr">
      <vt:lpstr>Aptos</vt:lpstr>
      <vt:lpstr>Aptos Display</vt:lpstr>
      <vt:lpstr>Arial</vt:lpstr>
      <vt:lpstr>Calibri</vt:lpstr>
      <vt:lpstr>Calibri Light</vt:lpstr>
      <vt:lpstr>Century Gothic</vt:lpstr>
      <vt:lpstr>Segoe Pro Semibold</vt:lpstr>
      <vt:lpstr>Segoe UI</vt:lpstr>
      <vt:lpstr>Segoe UI Semibold</vt:lpstr>
      <vt:lpstr>Office Theme</vt:lpstr>
      <vt:lpstr>Mesh</vt:lpstr>
      <vt:lpstr>Navigating through the Azure Messaging (over)choice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Use all of them</vt:lpstr>
      <vt:lpstr>Navigating through the Azure Messaging (over)choice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 Marbach</dc:creator>
  <cp:lastModifiedBy>Daniel Marbach</cp:lastModifiedBy>
  <cp:revision>55</cp:revision>
  <dcterms:created xsi:type="dcterms:W3CDTF">2025-04-22T19:22:45Z</dcterms:created>
  <dcterms:modified xsi:type="dcterms:W3CDTF">2025-05-18T19:53:43Z</dcterms:modified>
</cp:coreProperties>
</file>