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1"/>
  </p:notesMasterIdLst>
  <p:sldIdLst>
    <p:sldId id="257" r:id="rId3"/>
    <p:sldId id="2147480798" r:id="rId4"/>
    <p:sldId id="2147480810" r:id="rId5"/>
    <p:sldId id="2147480811" r:id="rId6"/>
    <p:sldId id="2147480812" r:id="rId7"/>
    <p:sldId id="2147480803" r:id="rId8"/>
    <p:sldId id="2147480796" r:id="rId9"/>
    <p:sldId id="2147480795" r:id="rId10"/>
    <p:sldId id="2147480805" r:id="rId11"/>
    <p:sldId id="2147480814" r:id="rId12"/>
    <p:sldId id="2147480815" r:id="rId13"/>
    <p:sldId id="2147480816" r:id="rId14"/>
    <p:sldId id="2147480817" r:id="rId15"/>
    <p:sldId id="2147480818" r:id="rId16"/>
    <p:sldId id="2147480819" r:id="rId17"/>
    <p:sldId id="2147480820" r:id="rId18"/>
    <p:sldId id="2147480821" r:id="rId19"/>
    <p:sldId id="2147480799" r:id="rId20"/>
    <p:sldId id="2147480813" r:id="rId21"/>
    <p:sldId id="2147480800" r:id="rId22"/>
    <p:sldId id="2147480804" r:id="rId23"/>
    <p:sldId id="2147480802" r:id="rId24"/>
    <p:sldId id="2147480806" r:id="rId25"/>
    <p:sldId id="2147480801" r:id="rId26"/>
    <p:sldId id="2147480808" r:id="rId27"/>
    <p:sldId id="709" r:id="rId28"/>
    <p:sldId id="2147480793" r:id="rId29"/>
    <p:sldId id="214748079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10"/>
            <p14:sldId id="2147480811"/>
            <p14:sldId id="2147480812"/>
            <p14:sldId id="2147480803"/>
            <p14:sldId id="2147480796"/>
            <p14:sldId id="2147480795"/>
            <p14:sldId id="2147480805"/>
            <p14:sldId id="2147480814"/>
            <p14:sldId id="2147480815"/>
            <p14:sldId id="2147480816"/>
            <p14:sldId id="2147480817"/>
            <p14:sldId id="2147480818"/>
            <p14:sldId id="2147480819"/>
            <p14:sldId id="2147480820"/>
            <p14:sldId id="2147480821"/>
            <p14:sldId id="2147480799"/>
            <p14:sldId id="2147480813"/>
          </p14:sldIdLst>
        </p14:section>
        <p14:section name="Event Hubs" id="{EE250FFE-A41C-0A43-8343-FECB432D9BCB}">
          <p14:sldIdLst>
            <p14:sldId id="2147480800"/>
            <p14:sldId id="2147480804"/>
          </p14:sldIdLst>
        </p14:section>
        <p14:section name="Event Grid" id="{693D50D4-FAE8-4A41-8BA2-B27EAF9DD3E9}">
          <p14:sldIdLst>
            <p14:sldId id="2147480802"/>
            <p14:sldId id="2147480806"/>
            <p14:sldId id="2147480801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24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8"/>
    <p:restoredTop sz="61623"/>
  </p:normalViewPr>
  <p:slideViewPr>
    <p:cSldViewPr snapToGrid="0">
      <p:cViewPr varScale="1">
        <p:scale>
          <a:sx n="101" d="100"/>
          <a:sy n="101" d="100"/>
        </p:scale>
        <p:origin x="1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3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96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368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FDA8E3-6B43-24FA-86F2-B79E39CC5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-6227"/>
            <a:ext cx="9093200" cy="686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72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D50E5D-B294-F5E6-0F5F-6A5C011B2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20" y="50800"/>
            <a:ext cx="9187161" cy="680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28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C25C90-D6BE-D216-BBCE-6AB4E9330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0" y="-1"/>
            <a:ext cx="7632700" cy="681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54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4637B2-E5A8-159C-A28F-C17090BB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50799"/>
            <a:ext cx="7366000" cy="680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011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D8D761-E9AC-DB11-C288-BED189BB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4"/>
          <a:stretch>
            <a:fillRect/>
          </a:stretch>
        </p:blipFill>
        <p:spPr>
          <a:xfrm>
            <a:off x="1358004" y="165100"/>
            <a:ext cx="9475992" cy="65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60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CFA4FD-DCCA-56A1-D102-CAB94DE0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54"/>
          <a:stretch>
            <a:fillRect/>
          </a:stretch>
        </p:blipFill>
        <p:spPr>
          <a:xfrm>
            <a:off x="3371850" y="219288"/>
            <a:ext cx="5448300" cy="64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6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503DF7-E7CA-73D9-4148-D7B11350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116" y="1422400"/>
            <a:ext cx="12213116" cy="40386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0D098E73-C269-CF32-B7A1-4D8DAC1BBDE2}"/>
              </a:ext>
            </a:extLst>
          </p:cNvPr>
          <p:cNvSpPr/>
          <p:nvPr/>
        </p:nvSpPr>
        <p:spPr>
          <a:xfrm rot="5400000">
            <a:off x="9391650" y="1339850"/>
            <a:ext cx="1612900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98E9AD-DFC8-0B7B-B910-E71A1D6BF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59101"/>
            <a:ext cx="9728200" cy="673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8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578</Words>
  <Application>Microsoft Macintosh PowerPoint</Application>
  <PresentationFormat>Widescreen</PresentationFormat>
  <Paragraphs>77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32</cp:revision>
  <dcterms:created xsi:type="dcterms:W3CDTF">2025-04-22T19:22:45Z</dcterms:created>
  <dcterms:modified xsi:type="dcterms:W3CDTF">2025-05-16T16:15:44Z</dcterms:modified>
</cp:coreProperties>
</file>