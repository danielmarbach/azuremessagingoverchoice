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62"/>
  </p:notesMasterIdLst>
  <p:sldIdLst>
    <p:sldId id="257" r:id="rId3"/>
    <p:sldId id="2147480850" r:id="rId4"/>
    <p:sldId id="2147480798" r:id="rId5"/>
    <p:sldId id="2147480810" r:id="rId6"/>
    <p:sldId id="2147480811" r:id="rId7"/>
    <p:sldId id="2147480812" r:id="rId8"/>
    <p:sldId id="2147480803" r:id="rId9"/>
    <p:sldId id="2147480796" r:id="rId10"/>
    <p:sldId id="2147480795" r:id="rId11"/>
    <p:sldId id="2147480805" r:id="rId12"/>
    <p:sldId id="2147480814" r:id="rId13"/>
    <p:sldId id="2147480815" r:id="rId14"/>
    <p:sldId id="2147480816" r:id="rId15"/>
    <p:sldId id="2147480817" r:id="rId16"/>
    <p:sldId id="2147480818" r:id="rId17"/>
    <p:sldId id="2147480819" r:id="rId18"/>
    <p:sldId id="2147480820" r:id="rId19"/>
    <p:sldId id="2147480821" r:id="rId20"/>
    <p:sldId id="2147480849" r:id="rId21"/>
    <p:sldId id="2147480799" r:id="rId22"/>
    <p:sldId id="2147480813" r:id="rId23"/>
    <p:sldId id="2147480851" r:id="rId24"/>
    <p:sldId id="2147480800" r:id="rId25"/>
    <p:sldId id="2147480822" r:id="rId26"/>
    <p:sldId id="2147480823" r:id="rId27"/>
    <p:sldId id="2147480824" r:id="rId28"/>
    <p:sldId id="2147480825" r:id="rId29"/>
    <p:sldId id="2147480826" r:id="rId30"/>
    <p:sldId id="2147480827" r:id="rId31"/>
    <p:sldId id="2147480828" r:id="rId32"/>
    <p:sldId id="2147480829" r:id="rId33"/>
    <p:sldId id="2147480830" r:id="rId34"/>
    <p:sldId id="2147480831" r:id="rId35"/>
    <p:sldId id="2147480832" r:id="rId36"/>
    <p:sldId id="2147480833" r:id="rId37"/>
    <p:sldId id="2147480834" r:id="rId38"/>
    <p:sldId id="2147480835" r:id="rId39"/>
    <p:sldId id="2147480804" r:id="rId40"/>
    <p:sldId id="2147480852" r:id="rId41"/>
    <p:sldId id="2147480802" r:id="rId42"/>
    <p:sldId id="2147480838" r:id="rId43"/>
    <p:sldId id="2147480839" r:id="rId44"/>
    <p:sldId id="2147480840" r:id="rId45"/>
    <p:sldId id="2147480841" r:id="rId46"/>
    <p:sldId id="2147480842" r:id="rId47"/>
    <p:sldId id="2147480843" r:id="rId48"/>
    <p:sldId id="2147480806" r:id="rId49"/>
    <p:sldId id="2147480801" r:id="rId50"/>
    <p:sldId id="2147480844" r:id="rId51"/>
    <p:sldId id="2147480845" r:id="rId52"/>
    <p:sldId id="2147480846" r:id="rId53"/>
    <p:sldId id="2147480847" r:id="rId54"/>
    <p:sldId id="2147480848" r:id="rId55"/>
    <p:sldId id="2147480808" r:id="rId56"/>
    <p:sldId id="709" r:id="rId57"/>
    <p:sldId id="2147480793" r:id="rId58"/>
    <p:sldId id="2147480836" r:id="rId59"/>
    <p:sldId id="2147480837" r:id="rId60"/>
    <p:sldId id="2147480794" r:id="rId6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AF4412E-B7E5-BF48-A329-453E1D4B3A61}">
          <p14:sldIdLst>
            <p14:sldId id="257"/>
          </p14:sldIdLst>
        </p14:section>
        <p14:section name="Service Bus" id="{C1A2A247-4E12-AE4C-BCA4-826E26B19FBE}">
          <p14:sldIdLst>
            <p14:sldId id="2147480850"/>
            <p14:sldId id="2147480798"/>
            <p14:sldId id="2147480810"/>
            <p14:sldId id="2147480811"/>
            <p14:sldId id="2147480812"/>
            <p14:sldId id="2147480803"/>
            <p14:sldId id="2147480796"/>
            <p14:sldId id="2147480795"/>
            <p14:sldId id="2147480805"/>
            <p14:sldId id="2147480814"/>
            <p14:sldId id="2147480815"/>
            <p14:sldId id="2147480816"/>
            <p14:sldId id="2147480817"/>
            <p14:sldId id="2147480818"/>
            <p14:sldId id="2147480819"/>
            <p14:sldId id="2147480820"/>
            <p14:sldId id="2147480821"/>
            <p14:sldId id="2147480849"/>
            <p14:sldId id="2147480799"/>
            <p14:sldId id="2147480813"/>
          </p14:sldIdLst>
        </p14:section>
        <p14:section name="Event Hubs" id="{EE250FFE-A41C-0A43-8343-FECB432D9BCB}">
          <p14:sldIdLst>
            <p14:sldId id="2147480851"/>
            <p14:sldId id="2147480800"/>
            <p14:sldId id="2147480822"/>
            <p14:sldId id="2147480823"/>
            <p14:sldId id="2147480824"/>
            <p14:sldId id="2147480825"/>
            <p14:sldId id="2147480826"/>
            <p14:sldId id="2147480827"/>
            <p14:sldId id="2147480828"/>
            <p14:sldId id="2147480829"/>
            <p14:sldId id="2147480830"/>
            <p14:sldId id="2147480831"/>
            <p14:sldId id="2147480832"/>
            <p14:sldId id="2147480833"/>
            <p14:sldId id="2147480834"/>
            <p14:sldId id="2147480835"/>
            <p14:sldId id="2147480804"/>
          </p14:sldIdLst>
        </p14:section>
        <p14:section name="Event Grid" id="{693D50D4-FAE8-4A41-8BA2-B27EAF9DD3E9}">
          <p14:sldIdLst>
            <p14:sldId id="2147480852"/>
            <p14:sldId id="2147480802"/>
            <p14:sldId id="2147480838"/>
            <p14:sldId id="2147480839"/>
            <p14:sldId id="2147480840"/>
            <p14:sldId id="2147480841"/>
            <p14:sldId id="2147480842"/>
            <p14:sldId id="2147480843"/>
            <p14:sldId id="2147480806"/>
            <p14:sldId id="2147480801"/>
            <p14:sldId id="2147480844"/>
            <p14:sldId id="2147480845"/>
            <p14:sldId id="2147480846"/>
            <p14:sldId id="2147480847"/>
            <p14:sldId id="2147480848"/>
            <p14:sldId id="2147480808"/>
          </p14:sldIdLst>
        </p14:section>
        <p14:section name="Wrap up" id="{1F2F8363-3E12-3442-94D9-0043DF96EC09}">
          <p14:sldIdLst>
            <p14:sldId id="709"/>
            <p14:sldId id="2147480793"/>
            <p14:sldId id="2147480836"/>
            <p14:sldId id="2147480837"/>
            <p14:sldId id="21474807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D1F1E"/>
    <a:srgbClr val="1A1A1A"/>
    <a:srgbClr val="1E1E1E"/>
    <a:srgbClr val="2A243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448"/>
    <p:restoredTop sz="61667"/>
  </p:normalViewPr>
  <p:slideViewPr>
    <p:cSldViewPr snapToGrid="0">
      <p:cViewPr varScale="1">
        <p:scale>
          <a:sx n="91" d="100"/>
          <a:sy n="91" d="100"/>
        </p:scale>
        <p:origin x="303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tableStyles" Target="tableStyles.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C78A594-58CB-0A47-A214-EFDFB9F27576}" type="datetimeFigureOut">
              <a:rPr lang="en-US" smtClean="0"/>
              <a:t>5/22/25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2172418-D9C9-2043-9217-E6B77BFECEB4}" type="slidenum">
              <a:rPr lang="en-US" smtClean="0"/>
              <a:t>‹#›</a:t>
            </a:fld>
            <a:endParaRPr lang="en-US"/>
          </a:p>
        </p:txBody>
      </p:sp>
    </p:spTree>
    <p:extLst>
      <p:ext uri="{BB962C8B-B14F-4D97-AF65-F5344CB8AC3E}">
        <p14:creationId xmlns:p14="http://schemas.microsoft.com/office/powerpoint/2010/main" val="4008976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A warm </a:t>
            </a:r>
            <a:r>
              <a:rPr lang="de-DE" dirty="0" err="1"/>
              <a:t>welcome</a:t>
            </a:r>
            <a:r>
              <a:rPr lang="de-DE" dirty="0"/>
              <a:t> </a:t>
            </a:r>
            <a:r>
              <a:rPr lang="de-DE" dirty="0" err="1"/>
              <a:t>from</a:t>
            </a:r>
            <a:r>
              <a:rPr lang="de-DE" dirty="0"/>
              <a:t> </a:t>
            </a:r>
            <a:r>
              <a:rPr lang="de-DE" dirty="0" err="1"/>
              <a:t>my</a:t>
            </a:r>
            <a:r>
              <a:rPr lang="de-DE" dirty="0"/>
              <a:t> </a:t>
            </a:r>
            <a:r>
              <a:rPr lang="de-DE" dirty="0" err="1"/>
              <a:t>side</a:t>
            </a:r>
            <a:endParaRPr lang="de-DE" dirty="0"/>
          </a:p>
          <a:p>
            <a:endParaRPr lang="de-DE" dirty="0"/>
          </a:p>
          <a:p>
            <a:r>
              <a:rPr lang="de-DE" dirty="0"/>
              <a:t>Today </a:t>
            </a:r>
            <a:r>
              <a:rPr lang="de-DE" dirty="0" err="1"/>
              <a:t>we</a:t>
            </a:r>
            <a:r>
              <a:rPr lang="de-DE" dirty="0"/>
              <a:t> </a:t>
            </a:r>
            <a:r>
              <a:rPr lang="de-DE" dirty="0" err="1"/>
              <a:t>are</a:t>
            </a:r>
            <a:r>
              <a:rPr lang="de-DE" dirty="0"/>
              <a:t> </a:t>
            </a:r>
            <a:r>
              <a:rPr lang="de-DE" dirty="0" err="1"/>
              <a:t>going</a:t>
            </a:r>
            <a:r>
              <a:rPr lang="de-DE" dirty="0"/>
              <a:t> </a:t>
            </a:r>
            <a:r>
              <a:rPr lang="de-DE" dirty="0" err="1"/>
              <a:t>to</a:t>
            </a:r>
            <a:r>
              <a:rPr lang="de-DE" dirty="0"/>
              <a:t> </a:t>
            </a:r>
            <a:r>
              <a:rPr lang="de-DE" dirty="0" err="1"/>
              <a:t>look</a:t>
            </a:r>
            <a:r>
              <a:rPr lang="de-DE" dirty="0"/>
              <a:t> </a:t>
            </a:r>
            <a:r>
              <a:rPr lang="de-DE" dirty="0" err="1"/>
              <a:t>into</a:t>
            </a:r>
            <a:r>
              <a:rPr lang="de-DE" dirty="0"/>
              <a:t> </a:t>
            </a:r>
            <a:r>
              <a:rPr lang="de-DE" dirty="0" err="1"/>
              <a:t>three</a:t>
            </a:r>
            <a:r>
              <a:rPr lang="de-DE" dirty="0"/>
              <a:t> different </a:t>
            </a:r>
            <a:r>
              <a:rPr lang="de-DE" dirty="0" err="1"/>
              <a:t>services</a:t>
            </a:r>
            <a:r>
              <a:rPr lang="de-DE" dirty="0"/>
              <a:t>. Azure Service Bus, Event Hubs and Event </a:t>
            </a:r>
            <a:r>
              <a:rPr lang="de-DE" dirty="0" err="1"/>
              <a:t>Grid</a:t>
            </a:r>
            <a:r>
              <a:rPr lang="de-DE" dirty="0"/>
              <a:t>. The </a:t>
            </a:r>
            <a:r>
              <a:rPr lang="de-DE" dirty="0" err="1"/>
              <a:t>focus</a:t>
            </a:r>
            <a:r>
              <a:rPr lang="de-DE" dirty="0"/>
              <a:t> on </a:t>
            </a:r>
            <a:r>
              <a:rPr lang="de-DE" dirty="0" err="1"/>
              <a:t>this</a:t>
            </a:r>
            <a:r>
              <a:rPr lang="de-DE" dirty="0"/>
              <a:t> </a:t>
            </a:r>
            <a:r>
              <a:rPr lang="de-DE" dirty="0" err="1"/>
              <a:t>talk</a:t>
            </a:r>
            <a:r>
              <a:rPr lang="de-DE" dirty="0"/>
              <a:t> </a:t>
            </a:r>
            <a:r>
              <a:rPr lang="de-DE" dirty="0" err="1"/>
              <a:t>is</a:t>
            </a:r>
            <a:r>
              <a:rPr lang="de-DE" dirty="0"/>
              <a:t> </a:t>
            </a:r>
            <a:r>
              <a:rPr lang="de-DE" dirty="0" err="1"/>
              <a:t>to</a:t>
            </a:r>
            <a:r>
              <a:rPr lang="de-DE" dirty="0"/>
              <a:t> </a:t>
            </a:r>
            <a:r>
              <a:rPr lang="de-DE" dirty="0" err="1"/>
              <a:t>show</a:t>
            </a:r>
            <a:r>
              <a:rPr lang="de-DE" dirty="0"/>
              <a:t> </a:t>
            </a:r>
            <a:r>
              <a:rPr lang="de-DE" dirty="0" err="1"/>
              <a:t>you</a:t>
            </a:r>
            <a:r>
              <a:rPr lang="de-DE" dirty="0"/>
              <a:t> robust and reliable code </a:t>
            </a:r>
            <a:r>
              <a:rPr lang="de-DE" dirty="0" err="1"/>
              <a:t>patterns</a:t>
            </a:r>
            <a:r>
              <a:rPr lang="de-DE" dirty="0"/>
              <a:t> </a:t>
            </a:r>
            <a:r>
              <a:rPr lang="de-DE" dirty="0" err="1"/>
              <a:t>to</a:t>
            </a:r>
            <a:r>
              <a:rPr lang="de-DE" dirty="0"/>
              <a:t> </a:t>
            </a:r>
            <a:r>
              <a:rPr lang="de-DE" dirty="0" err="1"/>
              <a:t>use</a:t>
            </a:r>
            <a:r>
              <a:rPr lang="de-DE" dirty="0"/>
              <a:t> </a:t>
            </a:r>
            <a:r>
              <a:rPr lang="de-DE" dirty="0" err="1"/>
              <a:t>these</a:t>
            </a:r>
            <a:r>
              <a:rPr lang="de-DE" dirty="0"/>
              <a:t> </a:t>
            </a:r>
            <a:r>
              <a:rPr lang="de-DE" dirty="0" err="1"/>
              <a:t>services</a:t>
            </a:r>
            <a:r>
              <a:rPr lang="de-DE" dirty="0"/>
              <a:t> and </a:t>
            </a:r>
            <a:r>
              <a:rPr lang="de-DE" dirty="0" err="1"/>
              <a:t>teach</a:t>
            </a:r>
            <a:r>
              <a:rPr lang="de-DE" dirty="0"/>
              <a:t> </a:t>
            </a:r>
            <a:r>
              <a:rPr lang="de-DE" dirty="0" err="1"/>
              <a:t>you</a:t>
            </a:r>
            <a:r>
              <a:rPr lang="de-DE" dirty="0"/>
              <a:t> </a:t>
            </a:r>
            <a:r>
              <a:rPr lang="de-DE" dirty="0" err="1"/>
              <a:t>crucial</a:t>
            </a:r>
            <a:r>
              <a:rPr lang="de-DE" dirty="0"/>
              <a:t> </a:t>
            </a:r>
            <a:r>
              <a:rPr lang="de-DE" dirty="0" err="1"/>
              <a:t>knowledge</a:t>
            </a:r>
            <a:r>
              <a:rPr lang="de-DE" dirty="0"/>
              <a:t> </a:t>
            </a:r>
            <a:r>
              <a:rPr lang="de-DE" dirty="0" err="1"/>
              <a:t>about</a:t>
            </a:r>
            <a:r>
              <a:rPr lang="de-DE" dirty="0"/>
              <a:t> </a:t>
            </a:r>
            <a:r>
              <a:rPr lang="de-DE" dirty="0" err="1"/>
              <a:t>these</a:t>
            </a:r>
            <a:r>
              <a:rPr lang="de-DE" dirty="0"/>
              <a:t> </a:t>
            </a:r>
            <a:r>
              <a:rPr lang="de-DE" dirty="0" err="1"/>
              <a:t>services</a:t>
            </a:r>
            <a:r>
              <a:rPr lang="de-DE" dirty="0"/>
              <a:t> </a:t>
            </a:r>
            <a:r>
              <a:rPr lang="de-DE" dirty="0" err="1"/>
              <a:t>to</a:t>
            </a:r>
            <a:r>
              <a:rPr lang="de-DE" dirty="0"/>
              <a:t> </a:t>
            </a:r>
            <a:r>
              <a:rPr lang="de-DE" dirty="0" err="1"/>
              <a:t>be</a:t>
            </a:r>
            <a:r>
              <a:rPr lang="de-DE" dirty="0"/>
              <a:t> </a:t>
            </a:r>
            <a:r>
              <a:rPr lang="de-DE" dirty="0" err="1"/>
              <a:t>successful</a:t>
            </a:r>
            <a:r>
              <a:rPr lang="de-DE" dirty="0"/>
              <a:t> in </a:t>
            </a:r>
            <a:r>
              <a:rPr lang="de-DE" dirty="0" err="1"/>
              <a:t>your</a:t>
            </a:r>
            <a:r>
              <a:rPr lang="de-DE" dirty="0"/>
              <a:t> </a:t>
            </a:r>
            <a:r>
              <a:rPr lang="de-DE" dirty="0" err="1"/>
              <a:t>projects</a:t>
            </a:r>
            <a:r>
              <a:rPr lang="de-DE" dirty="0"/>
              <a:t>. These </a:t>
            </a:r>
            <a:r>
              <a:rPr lang="de-DE" dirty="0" err="1"/>
              <a:t>three</a:t>
            </a:r>
            <a:r>
              <a:rPr lang="de-DE" dirty="0"/>
              <a:t> </a:t>
            </a:r>
            <a:r>
              <a:rPr lang="de-DE" dirty="0" err="1"/>
              <a:t>services</a:t>
            </a:r>
            <a:r>
              <a:rPr lang="de-DE" dirty="0"/>
              <a:t> </a:t>
            </a:r>
            <a:r>
              <a:rPr lang="de-DE" dirty="0" err="1"/>
              <a:t>are</a:t>
            </a:r>
            <a:r>
              <a:rPr lang="de-DE" dirty="0"/>
              <a:t> </a:t>
            </a:r>
            <a:r>
              <a:rPr lang="de-DE" dirty="0" err="1"/>
              <a:t>the</a:t>
            </a:r>
            <a:r>
              <a:rPr lang="de-DE" dirty="0"/>
              <a:t> </a:t>
            </a:r>
            <a:r>
              <a:rPr lang="de-DE" dirty="0" err="1"/>
              <a:t>building</a:t>
            </a:r>
            <a:r>
              <a:rPr lang="de-DE" dirty="0"/>
              <a:t> </a:t>
            </a:r>
            <a:r>
              <a:rPr lang="de-DE" dirty="0" err="1"/>
              <a:t>blocks</a:t>
            </a:r>
            <a:r>
              <a:rPr lang="de-DE" dirty="0"/>
              <a:t> </a:t>
            </a:r>
            <a:r>
              <a:rPr lang="de-DE" dirty="0" err="1"/>
              <a:t>for</a:t>
            </a:r>
            <a:r>
              <a:rPr lang="de-DE" dirty="0"/>
              <a:t> </a:t>
            </a:r>
            <a:r>
              <a:rPr lang="de-DE" dirty="0" err="1"/>
              <a:t>buidling</a:t>
            </a:r>
            <a:r>
              <a:rPr lang="de-DE" dirty="0"/>
              <a:t> </a:t>
            </a:r>
            <a:r>
              <a:rPr lang="de-DE" dirty="0" err="1"/>
              <a:t>scalable</a:t>
            </a:r>
            <a:r>
              <a:rPr lang="de-DE" dirty="0"/>
              <a:t> and reliable </a:t>
            </a:r>
            <a:r>
              <a:rPr lang="de-DE" dirty="0" err="1"/>
              <a:t>distributed</a:t>
            </a:r>
            <a:r>
              <a:rPr lang="de-DE" dirty="0"/>
              <a:t> </a:t>
            </a:r>
            <a:r>
              <a:rPr lang="de-DE" dirty="0" err="1"/>
              <a:t>systems</a:t>
            </a:r>
            <a:r>
              <a:rPr lang="de-DE" dirty="0"/>
              <a:t> on top </a:t>
            </a:r>
            <a:r>
              <a:rPr lang="de-DE" dirty="0" err="1"/>
              <a:t>of</a:t>
            </a:r>
            <a:r>
              <a:rPr lang="de-DE" dirty="0"/>
              <a:t> Azure.</a:t>
            </a:r>
          </a:p>
          <a:p>
            <a:endParaRPr lang="de-DE" dirty="0"/>
          </a:p>
          <a:p>
            <a:r>
              <a:rPr lang="de-DE" dirty="0"/>
              <a:t>The </a:t>
            </a:r>
            <a:r>
              <a:rPr lang="de-DE" dirty="0" err="1"/>
              <a:t>samples</a:t>
            </a:r>
            <a:r>
              <a:rPr lang="de-DE" dirty="0"/>
              <a:t> and code </a:t>
            </a:r>
            <a:r>
              <a:rPr lang="de-DE" dirty="0" err="1"/>
              <a:t>snippets</a:t>
            </a:r>
            <a:r>
              <a:rPr lang="de-DE" dirty="0"/>
              <a:t> </a:t>
            </a:r>
            <a:r>
              <a:rPr lang="de-DE" dirty="0" err="1"/>
              <a:t>are</a:t>
            </a:r>
            <a:r>
              <a:rPr lang="de-DE" dirty="0"/>
              <a:t> </a:t>
            </a:r>
            <a:r>
              <a:rPr lang="de-DE" dirty="0" err="1"/>
              <a:t>deliberately</a:t>
            </a:r>
            <a:r>
              <a:rPr lang="de-DE" dirty="0"/>
              <a:t> </a:t>
            </a:r>
            <a:r>
              <a:rPr lang="de-DE" dirty="0" err="1"/>
              <a:t>kept</a:t>
            </a:r>
            <a:r>
              <a:rPr lang="de-DE" dirty="0"/>
              <a:t> </a:t>
            </a:r>
            <a:r>
              <a:rPr lang="de-DE" dirty="0" err="1"/>
              <a:t>to</a:t>
            </a:r>
            <a:r>
              <a:rPr lang="de-DE" dirty="0"/>
              <a:t> </a:t>
            </a:r>
            <a:r>
              <a:rPr lang="de-DE" dirty="0" err="1"/>
              <a:t>the</a:t>
            </a:r>
            <a:r>
              <a:rPr lang="de-DE" dirty="0"/>
              <a:t> </a:t>
            </a:r>
            <a:r>
              <a:rPr lang="de-DE" dirty="0" err="1"/>
              <a:t>essence</a:t>
            </a:r>
            <a:r>
              <a:rPr lang="de-DE" dirty="0"/>
              <a:t> </a:t>
            </a:r>
            <a:r>
              <a:rPr lang="de-DE" dirty="0" err="1"/>
              <a:t>to</a:t>
            </a:r>
            <a:r>
              <a:rPr lang="de-DE" dirty="0"/>
              <a:t> not </a:t>
            </a:r>
            <a:r>
              <a:rPr lang="de-DE" dirty="0" err="1"/>
              <a:t>distract</a:t>
            </a:r>
            <a:r>
              <a:rPr lang="de-DE" dirty="0"/>
              <a:t> </a:t>
            </a:r>
            <a:r>
              <a:rPr lang="de-DE" dirty="0" err="1"/>
              <a:t>too</a:t>
            </a:r>
            <a:r>
              <a:rPr lang="de-DE" dirty="0"/>
              <a:t> </a:t>
            </a:r>
            <a:r>
              <a:rPr lang="de-DE" dirty="0" err="1"/>
              <a:t>much</a:t>
            </a:r>
            <a:r>
              <a:rPr lang="de-DE" dirty="0"/>
              <a:t> </a:t>
            </a:r>
            <a:r>
              <a:rPr lang="de-DE" dirty="0" err="1"/>
              <a:t>from</a:t>
            </a:r>
            <a:r>
              <a:rPr lang="de-DE" dirty="0"/>
              <a:t> </a:t>
            </a:r>
            <a:r>
              <a:rPr lang="de-DE" dirty="0" err="1"/>
              <a:t>the</a:t>
            </a:r>
            <a:r>
              <a:rPr lang="de-DE" dirty="0"/>
              <a:t> essential Azure .NET SDK code. </a:t>
            </a:r>
            <a:r>
              <a:rPr lang="de-DE" dirty="0" err="1"/>
              <a:t>Throughout</a:t>
            </a:r>
            <a:r>
              <a:rPr lang="de-DE" dirty="0"/>
              <a:t> </a:t>
            </a:r>
            <a:r>
              <a:rPr lang="de-DE" dirty="0" err="1"/>
              <a:t>the</a:t>
            </a:r>
            <a:r>
              <a:rPr lang="de-DE" dirty="0"/>
              <a:t> </a:t>
            </a:r>
            <a:r>
              <a:rPr lang="de-DE" dirty="0" err="1"/>
              <a:t>talk</a:t>
            </a:r>
            <a:r>
              <a:rPr lang="de-DE" dirty="0"/>
              <a:t> </a:t>
            </a:r>
            <a:r>
              <a:rPr lang="de-DE" dirty="0" err="1"/>
              <a:t>I‘ll</a:t>
            </a:r>
            <a:r>
              <a:rPr lang="de-DE" dirty="0"/>
              <a:t> </a:t>
            </a:r>
            <a:r>
              <a:rPr lang="de-DE" dirty="0" err="1"/>
              <a:t>be</a:t>
            </a:r>
            <a:r>
              <a:rPr lang="de-DE" dirty="0"/>
              <a:t> </a:t>
            </a:r>
            <a:r>
              <a:rPr lang="de-DE" dirty="0" err="1"/>
              <a:t>showing</a:t>
            </a:r>
            <a:r>
              <a:rPr lang="de-DE" dirty="0"/>
              <a:t> </a:t>
            </a:r>
            <a:r>
              <a:rPr lang="de-DE" dirty="0" err="1"/>
              <a:t>you</a:t>
            </a:r>
            <a:r>
              <a:rPr lang="de-DE" dirty="0"/>
              <a:t> code in </a:t>
            </a:r>
            <a:r>
              <a:rPr lang="de-DE" dirty="0" err="1"/>
              <a:t>the</a:t>
            </a:r>
            <a:r>
              <a:rPr lang="de-DE" dirty="0"/>
              <a:t> IDE and </a:t>
            </a:r>
            <a:r>
              <a:rPr lang="de-DE" dirty="0" err="1"/>
              <a:t>run</a:t>
            </a:r>
            <a:r>
              <a:rPr lang="de-DE" dirty="0"/>
              <a:t> </a:t>
            </a:r>
            <a:r>
              <a:rPr lang="de-DE" dirty="0" err="1"/>
              <a:t>samples</a:t>
            </a:r>
            <a:r>
              <a:rPr lang="de-DE" dirty="0"/>
              <a:t> in </a:t>
            </a:r>
            <a:r>
              <a:rPr lang="de-DE" dirty="0" err="1"/>
              <a:t>the</a:t>
            </a:r>
            <a:r>
              <a:rPr lang="de-DE" dirty="0"/>
              <a:t> </a:t>
            </a:r>
            <a:r>
              <a:rPr lang="de-DE" dirty="0" err="1"/>
              <a:t>console</a:t>
            </a:r>
            <a:r>
              <a:rPr lang="de-DE" dirty="0"/>
              <a:t> </a:t>
            </a:r>
            <a:r>
              <a:rPr lang="de-DE" dirty="0" err="1"/>
              <a:t>locally</a:t>
            </a:r>
            <a:r>
              <a:rPr lang="de-DE" dirty="0"/>
              <a:t>. </a:t>
            </a:r>
            <a:r>
              <a:rPr lang="de-DE" dirty="0" err="1"/>
              <a:t>I‘ll</a:t>
            </a:r>
            <a:r>
              <a:rPr lang="de-DE" dirty="0"/>
              <a:t> do a </a:t>
            </a:r>
            <a:r>
              <a:rPr lang="de-DE" dirty="0" err="1"/>
              <a:t>mixture</a:t>
            </a:r>
            <a:r>
              <a:rPr lang="de-DE" dirty="0"/>
              <a:t> </a:t>
            </a:r>
            <a:r>
              <a:rPr lang="de-DE" dirty="0" err="1"/>
              <a:t>of</a:t>
            </a:r>
            <a:r>
              <a:rPr lang="de-DE" dirty="0"/>
              <a:t> </a:t>
            </a:r>
            <a:r>
              <a:rPr lang="de-DE" dirty="0" err="1"/>
              <a:t>showing</a:t>
            </a:r>
            <a:r>
              <a:rPr lang="de-DE" dirty="0"/>
              <a:t> </a:t>
            </a:r>
            <a:r>
              <a:rPr lang="de-DE" dirty="0" err="1"/>
              <a:t>things</a:t>
            </a:r>
            <a:r>
              <a:rPr lang="de-DE" dirty="0"/>
              <a:t> in </a:t>
            </a:r>
            <a:r>
              <a:rPr lang="de-DE" dirty="0" err="1"/>
              <a:t>the</a:t>
            </a:r>
            <a:r>
              <a:rPr lang="de-DE" dirty="0"/>
              <a:t> </a:t>
            </a:r>
            <a:r>
              <a:rPr lang="de-DE" dirty="0" err="1"/>
              <a:t>portal</a:t>
            </a:r>
            <a:r>
              <a:rPr lang="de-DE" dirty="0"/>
              <a:t> but </a:t>
            </a:r>
            <a:r>
              <a:rPr lang="de-DE" dirty="0" err="1"/>
              <a:t>there</a:t>
            </a:r>
            <a:r>
              <a:rPr lang="de-DE" dirty="0"/>
              <a:t> </a:t>
            </a:r>
            <a:r>
              <a:rPr lang="de-DE" dirty="0" err="1"/>
              <a:t>is</a:t>
            </a:r>
            <a:r>
              <a:rPr lang="de-DE" dirty="0"/>
              <a:t> also a fair </a:t>
            </a:r>
            <a:r>
              <a:rPr lang="de-DE" dirty="0" err="1"/>
              <a:t>amount</a:t>
            </a:r>
            <a:r>
              <a:rPr lang="de-DE" dirty="0"/>
              <a:t> </a:t>
            </a:r>
            <a:r>
              <a:rPr lang="de-DE" dirty="0" err="1"/>
              <a:t>of</a:t>
            </a:r>
            <a:r>
              <a:rPr lang="de-DE" dirty="0"/>
              <a:t> </a:t>
            </a:r>
            <a:r>
              <a:rPr lang="de-DE" dirty="0" err="1"/>
              <a:t>things</a:t>
            </a:r>
            <a:r>
              <a:rPr lang="de-DE" dirty="0"/>
              <a:t> I </a:t>
            </a:r>
            <a:r>
              <a:rPr lang="de-DE" dirty="0" err="1"/>
              <a:t>have</a:t>
            </a:r>
            <a:r>
              <a:rPr lang="de-DE" dirty="0"/>
              <a:t> </a:t>
            </a:r>
            <a:r>
              <a:rPr lang="de-DE" dirty="0" err="1"/>
              <a:t>already</a:t>
            </a:r>
            <a:r>
              <a:rPr lang="de-DE" dirty="0"/>
              <a:t> </a:t>
            </a:r>
            <a:r>
              <a:rPr lang="de-DE" dirty="0" err="1"/>
              <a:t>setup</a:t>
            </a:r>
            <a:r>
              <a:rPr lang="de-DE" dirty="0"/>
              <a:t> </a:t>
            </a:r>
            <a:r>
              <a:rPr lang="de-DE" dirty="0" err="1"/>
              <a:t>to</a:t>
            </a:r>
            <a:r>
              <a:rPr lang="de-DE" dirty="0"/>
              <a:t> save </a:t>
            </a:r>
            <a:r>
              <a:rPr lang="de-DE" dirty="0" err="1"/>
              <a:t>you</a:t>
            </a:r>
            <a:r>
              <a:rPr lang="de-DE" dirty="0"/>
              <a:t> </a:t>
            </a:r>
            <a:r>
              <a:rPr lang="de-DE" dirty="0" err="1"/>
              <a:t>from</a:t>
            </a:r>
            <a:r>
              <a:rPr lang="de-DE" dirty="0"/>
              <a:t> </a:t>
            </a:r>
            <a:r>
              <a:rPr lang="de-DE" dirty="0" err="1"/>
              <a:t>watching</a:t>
            </a:r>
            <a:r>
              <a:rPr lang="de-DE" dirty="0"/>
              <a:t> </a:t>
            </a:r>
            <a:r>
              <a:rPr lang="de-DE" dirty="0" err="1"/>
              <a:t>me</a:t>
            </a:r>
            <a:r>
              <a:rPr lang="de-DE" dirty="0"/>
              <a:t> </a:t>
            </a:r>
            <a:r>
              <a:rPr lang="de-DE" dirty="0" err="1"/>
              <a:t>doing</a:t>
            </a:r>
            <a:r>
              <a:rPr lang="de-DE" dirty="0"/>
              <a:t> </a:t>
            </a:r>
            <a:r>
              <a:rPr lang="de-DE" dirty="0" err="1"/>
              <a:t>the</a:t>
            </a:r>
            <a:r>
              <a:rPr lang="de-DE" dirty="0"/>
              <a:t> </a:t>
            </a:r>
            <a:r>
              <a:rPr lang="de-DE" dirty="0" err="1"/>
              <a:t>boring</a:t>
            </a:r>
            <a:r>
              <a:rPr lang="de-DE" dirty="0"/>
              <a:t> </a:t>
            </a:r>
            <a:r>
              <a:rPr lang="de-DE" dirty="0" err="1"/>
              <a:t>setup</a:t>
            </a:r>
            <a:r>
              <a:rPr lang="de-DE" dirty="0"/>
              <a:t>. </a:t>
            </a:r>
            <a:r>
              <a:rPr lang="de-DE" dirty="0" err="1"/>
              <a:t>Please</a:t>
            </a:r>
            <a:r>
              <a:rPr lang="de-DE" dirty="0"/>
              <a:t> </a:t>
            </a:r>
            <a:r>
              <a:rPr lang="de-DE" dirty="0" err="1"/>
              <a:t>let</a:t>
            </a:r>
            <a:r>
              <a:rPr lang="de-DE" dirty="0"/>
              <a:t> </a:t>
            </a:r>
            <a:r>
              <a:rPr lang="de-DE" dirty="0" err="1"/>
              <a:t>me</a:t>
            </a:r>
            <a:r>
              <a:rPr lang="de-DE" dirty="0"/>
              <a:t> </a:t>
            </a:r>
            <a:r>
              <a:rPr lang="de-DE" dirty="0" err="1"/>
              <a:t>know</a:t>
            </a:r>
            <a:r>
              <a:rPr lang="de-DE" dirty="0"/>
              <a:t> in </a:t>
            </a:r>
            <a:r>
              <a:rPr lang="de-DE" dirty="0" err="1"/>
              <a:t>case</a:t>
            </a:r>
            <a:r>
              <a:rPr lang="de-DE" dirty="0"/>
              <a:t> </a:t>
            </a:r>
            <a:r>
              <a:rPr lang="de-DE" dirty="0" err="1"/>
              <a:t>the</a:t>
            </a:r>
            <a:r>
              <a:rPr lang="de-DE" dirty="0"/>
              <a:t> </a:t>
            </a:r>
            <a:r>
              <a:rPr lang="de-DE" dirty="0" err="1"/>
              <a:t>fonts</a:t>
            </a:r>
            <a:r>
              <a:rPr lang="de-DE" dirty="0"/>
              <a:t> </a:t>
            </a:r>
            <a:r>
              <a:rPr lang="de-DE" dirty="0" err="1"/>
              <a:t>are</a:t>
            </a:r>
            <a:r>
              <a:rPr lang="de-DE" dirty="0"/>
              <a:t> </a:t>
            </a:r>
            <a:r>
              <a:rPr lang="de-DE" dirty="0" err="1"/>
              <a:t>too</a:t>
            </a:r>
            <a:r>
              <a:rPr lang="de-DE" dirty="0"/>
              <a:t> </a:t>
            </a:r>
            <a:r>
              <a:rPr lang="de-DE" dirty="0" err="1"/>
              <a:t>small</a:t>
            </a:r>
            <a:r>
              <a:rPr lang="de-DE" dirty="0"/>
              <a:t> </a:t>
            </a:r>
            <a:r>
              <a:rPr lang="de-DE" dirty="0" err="1"/>
              <a:t>otherwise</a:t>
            </a:r>
            <a:r>
              <a:rPr lang="de-DE" dirty="0"/>
              <a:t> I will just </a:t>
            </a:r>
            <a:r>
              <a:rPr lang="de-DE" dirty="0" err="1"/>
              <a:t>pretend</a:t>
            </a:r>
            <a:r>
              <a:rPr lang="de-DE" dirty="0"/>
              <a:t> </a:t>
            </a:r>
            <a:r>
              <a:rPr lang="de-DE" dirty="0" err="1"/>
              <a:t>everything</a:t>
            </a:r>
            <a:r>
              <a:rPr lang="de-DE" dirty="0"/>
              <a:t> </a:t>
            </a:r>
            <a:r>
              <a:rPr lang="de-DE" dirty="0" err="1"/>
              <a:t>is</a:t>
            </a:r>
            <a:r>
              <a:rPr lang="de-DE" dirty="0"/>
              <a:t> </a:t>
            </a:r>
            <a:r>
              <a:rPr lang="de-DE" dirty="0" err="1"/>
              <a:t>fine</a:t>
            </a:r>
            <a:r>
              <a:rPr lang="de-DE" dirty="0"/>
              <a:t> ;) All </a:t>
            </a:r>
            <a:r>
              <a:rPr lang="de-DE" dirty="0" err="1"/>
              <a:t>the</a:t>
            </a:r>
            <a:r>
              <a:rPr lang="de-DE" dirty="0"/>
              <a:t> code and </a:t>
            </a:r>
            <a:r>
              <a:rPr lang="de-DE" dirty="0" err="1"/>
              <a:t>the</a:t>
            </a:r>
            <a:r>
              <a:rPr lang="de-DE" dirty="0"/>
              <a:t> </a:t>
            </a:r>
            <a:r>
              <a:rPr lang="de-DE" dirty="0" err="1"/>
              <a:t>infrastructure</a:t>
            </a:r>
            <a:r>
              <a:rPr lang="de-DE" dirty="0"/>
              <a:t> </a:t>
            </a:r>
            <a:r>
              <a:rPr lang="de-DE" dirty="0" err="1"/>
              <a:t>bicep</a:t>
            </a:r>
            <a:r>
              <a:rPr lang="de-DE" dirty="0"/>
              <a:t> </a:t>
            </a:r>
            <a:r>
              <a:rPr lang="de-DE" dirty="0" err="1"/>
              <a:t>templates</a:t>
            </a:r>
            <a:r>
              <a:rPr lang="de-DE" dirty="0"/>
              <a:t> </a:t>
            </a:r>
            <a:r>
              <a:rPr lang="de-DE" dirty="0" err="1"/>
              <a:t>are</a:t>
            </a:r>
            <a:r>
              <a:rPr lang="de-DE" dirty="0"/>
              <a:t> </a:t>
            </a:r>
            <a:r>
              <a:rPr lang="de-DE" dirty="0" err="1"/>
              <a:t>available</a:t>
            </a:r>
            <a:r>
              <a:rPr lang="de-DE" dirty="0"/>
              <a:t> in </a:t>
            </a:r>
            <a:r>
              <a:rPr lang="de-DE" dirty="0" err="1"/>
              <a:t>the</a:t>
            </a:r>
            <a:r>
              <a:rPr lang="de-DE" dirty="0"/>
              <a:t> </a:t>
            </a:r>
            <a:r>
              <a:rPr lang="de-DE" dirty="0" err="1"/>
              <a:t>github</a:t>
            </a:r>
            <a:r>
              <a:rPr lang="de-DE" dirty="0"/>
              <a:t> </a:t>
            </a:r>
            <a:r>
              <a:rPr lang="de-DE" dirty="0" err="1"/>
              <a:t>repository</a:t>
            </a:r>
            <a:r>
              <a:rPr lang="de-DE" dirty="0"/>
              <a:t> </a:t>
            </a:r>
            <a:r>
              <a:rPr lang="de-DE" dirty="0" err="1"/>
              <a:t>I‘ll</a:t>
            </a:r>
            <a:r>
              <a:rPr lang="de-DE" dirty="0"/>
              <a:t> </a:t>
            </a:r>
            <a:r>
              <a:rPr lang="de-DE" dirty="0" err="1"/>
              <a:t>share</a:t>
            </a:r>
            <a:r>
              <a:rPr lang="de-DE" dirty="0"/>
              <a:t> at </a:t>
            </a:r>
            <a:r>
              <a:rPr lang="de-DE" dirty="0" err="1"/>
              <a:t>the</a:t>
            </a:r>
            <a:r>
              <a:rPr lang="de-DE"/>
              <a:t> end.</a:t>
            </a:r>
            <a:endParaRPr lang="de-DE" dirty="0"/>
          </a:p>
          <a:p>
            <a:endParaRPr lang="de-DE" dirty="0"/>
          </a:p>
          <a:p>
            <a:r>
              <a:rPr lang="de-DE" dirty="0" err="1"/>
              <a:t>I‘ll</a:t>
            </a:r>
            <a:r>
              <a:rPr lang="de-DE" dirty="0"/>
              <a:t> do </a:t>
            </a:r>
            <a:r>
              <a:rPr lang="de-DE" dirty="0" err="1"/>
              <a:t>my</a:t>
            </a:r>
            <a:r>
              <a:rPr lang="de-DE" dirty="0"/>
              <a:t> </a:t>
            </a:r>
            <a:r>
              <a:rPr lang="de-DE" dirty="0" err="1"/>
              <a:t>best</a:t>
            </a:r>
            <a:r>
              <a:rPr lang="de-DE" dirty="0"/>
              <a:t> </a:t>
            </a:r>
            <a:r>
              <a:rPr lang="de-DE" dirty="0" err="1"/>
              <a:t>to</a:t>
            </a:r>
            <a:r>
              <a:rPr lang="de-DE" dirty="0"/>
              <a:t> </a:t>
            </a:r>
            <a:r>
              <a:rPr lang="de-DE" dirty="0" err="1"/>
              <a:t>cover</a:t>
            </a:r>
            <a:r>
              <a:rPr lang="de-DE" dirty="0"/>
              <a:t> </a:t>
            </a:r>
            <a:r>
              <a:rPr lang="de-DE" dirty="0" err="1"/>
              <a:t>the</a:t>
            </a:r>
            <a:r>
              <a:rPr lang="de-DE" dirty="0"/>
              <a:t> </a:t>
            </a:r>
            <a:r>
              <a:rPr lang="de-DE" dirty="0" err="1"/>
              <a:t>most</a:t>
            </a:r>
            <a:r>
              <a:rPr lang="de-DE" dirty="0"/>
              <a:t> </a:t>
            </a:r>
            <a:r>
              <a:rPr lang="de-DE" dirty="0" err="1"/>
              <a:t>important</a:t>
            </a:r>
            <a:r>
              <a:rPr lang="de-DE" dirty="0"/>
              <a:t> </a:t>
            </a:r>
            <a:r>
              <a:rPr lang="de-DE" dirty="0" err="1"/>
              <a:t>things</a:t>
            </a:r>
            <a:r>
              <a:rPr lang="de-DE" dirty="0"/>
              <a:t> </a:t>
            </a:r>
            <a:r>
              <a:rPr lang="de-DE" dirty="0" err="1"/>
              <a:t>throughout</a:t>
            </a:r>
            <a:r>
              <a:rPr lang="de-DE" dirty="0"/>
              <a:t> </a:t>
            </a:r>
            <a:r>
              <a:rPr lang="de-DE" dirty="0" err="1"/>
              <a:t>the</a:t>
            </a:r>
            <a:r>
              <a:rPr lang="de-DE" dirty="0"/>
              <a:t> </a:t>
            </a:r>
            <a:r>
              <a:rPr lang="de-DE" dirty="0" err="1"/>
              <a:t>talk</a:t>
            </a:r>
            <a:r>
              <a:rPr lang="de-DE" dirty="0"/>
              <a:t> but I also </a:t>
            </a:r>
            <a:r>
              <a:rPr lang="de-DE" dirty="0" err="1"/>
              <a:t>want</a:t>
            </a:r>
            <a:r>
              <a:rPr lang="de-DE" dirty="0"/>
              <a:t> </a:t>
            </a:r>
            <a:r>
              <a:rPr lang="de-DE" dirty="0" err="1"/>
              <a:t>to</a:t>
            </a:r>
            <a:r>
              <a:rPr lang="de-DE" dirty="0"/>
              <a:t> highlight </a:t>
            </a:r>
            <a:r>
              <a:rPr lang="de-DE" dirty="0" err="1"/>
              <a:t>that</a:t>
            </a:r>
            <a:r>
              <a:rPr lang="de-DE" dirty="0"/>
              <a:t> </a:t>
            </a:r>
            <a:r>
              <a:rPr lang="de-DE" dirty="0" err="1"/>
              <a:t>many</a:t>
            </a:r>
            <a:r>
              <a:rPr lang="de-DE" dirty="0"/>
              <a:t> </a:t>
            </a:r>
            <a:r>
              <a:rPr lang="de-DE" dirty="0" err="1"/>
              <a:t>of</a:t>
            </a:r>
            <a:r>
              <a:rPr lang="de-DE" dirty="0"/>
              <a:t> </a:t>
            </a:r>
            <a:r>
              <a:rPr lang="de-DE" dirty="0" err="1"/>
              <a:t>those</a:t>
            </a:r>
            <a:r>
              <a:rPr lang="de-DE" dirty="0"/>
              <a:t> Services </a:t>
            </a:r>
            <a:r>
              <a:rPr lang="de-DE" dirty="0" err="1"/>
              <a:t>have</a:t>
            </a:r>
            <a:r>
              <a:rPr lang="de-DE" dirty="0"/>
              <a:t> </a:t>
            </a:r>
            <a:r>
              <a:rPr lang="de-DE" dirty="0" err="1"/>
              <a:t>many</a:t>
            </a:r>
            <a:r>
              <a:rPr lang="de-DE" dirty="0"/>
              <a:t> </a:t>
            </a:r>
            <a:r>
              <a:rPr lang="de-DE" dirty="0" err="1"/>
              <a:t>knobs</a:t>
            </a:r>
            <a:r>
              <a:rPr lang="de-DE" dirty="0"/>
              <a:t> and </a:t>
            </a:r>
            <a:r>
              <a:rPr lang="de-DE" dirty="0" err="1"/>
              <a:t>dials</a:t>
            </a:r>
            <a:r>
              <a:rPr lang="de-DE" dirty="0"/>
              <a:t> </a:t>
            </a:r>
            <a:r>
              <a:rPr lang="de-DE" dirty="0" err="1"/>
              <a:t>that</a:t>
            </a:r>
            <a:r>
              <a:rPr lang="de-DE" dirty="0"/>
              <a:t> </a:t>
            </a:r>
            <a:r>
              <a:rPr lang="de-DE" dirty="0" err="1"/>
              <a:t>would</a:t>
            </a:r>
            <a:r>
              <a:rPr lang="de-DE" dirty="0"/>
              <a:t> </a:t>
            </a:r>
            <a:r>
              <a:rPr lang="de-DE" dirty="0" err="1"/>
              <a:t>allow</a:t>
            </a:r>
            <a:r>
              <a:rPr lang="de-DE" dirty="0"/>
              <a:t> </a:t>
            </a:r>
            <a:r>
              <a:rPr lang="de-DE" dirty="0" err="1"/>
              <a:t>me</a:t>
            </a:r>
            <a:r>
              <a:rPr lang="de-DE" dirty="0"/>
              <a:t> </a:t>
            </a:r>
            <a:r>
              <a:rPr lang="de-DE" dirty="0" err="1"/>
              <a:t>talking</a:t>
            </a:r>
            <a:r>
              <a:rPr lang="de-DE" dirty="0"/>
              <a:t> </a:t>
            </a:r>
            <a:r>
              <a:rPr lang="de-DE" dirty="0" err="1"/>
              <a:t>about</a:t>
            </a:r>
            <a:r>
              <a:rPr lang="de-DE" dirty="0"/>
              <a:t> an </a:t>
            </a:r>
            <a:r>
              <a:rPr lang="de-DE" dirty="0" err="1"/>
              <a:t>single</a:t>
            </a:r>
            <a:r>
              <a:rPr lang="de-DE" dirty="0"/>
              <a:t> </a:t>
            </a:r>
            <a:r>
              <a:rPr lang="de-DE" dirty="0" err="1"/>
              <a:t>service</a:t>
            </a:r>
            <a:r>
              <a:rPr lang="de-DE" dirty="0"/>
              <a:t> </a:t>
            </a:r>
            <a:r>
              <a:rPr lang="de-DE" dirty="0" err="1"/>
              <a:t>for</a:t>
            </a:r>
            <a:r>
              <a:rPr lang="de-DE" dirty="0"/>
              <a:t> multiple </a:t>
            </a:r>
            <a:r>
              <a:rPr lang="de-DE" dirty="0" err="1"/>
              <a:t>hours</a:t>
            </a:r>
            <a:r>
              <a:rPr lang="de-DE" dirty="0"/>
              <a:t>. </a:t>
            </a:r>
            <a:r>
              <a:rPr lang="de-DE" dirty="0" err="1"/>
              <a:t>Should</a:t>
            </a:r>
            <a:r>
              <a:rPr lang="de-DE" dirty="0"/>
              <a:t> </a:t>
            </a:r>
            <a:r>
              <a:rPr lang="de-DE" dirty="0" err="1"/>
              <a:t>you</a:t>
            </a:r>
            <a:r>
              <a:rPr lang="de-DE" dirty="0"/>
              <a:t> </a:t>
            </a:r>
            <a:r>
              <a:rPr lang="de-DE" dirty="0" err="1"/>
              <a:t>have</a:t>
            </a:r>
            <a:r>
              <a:rPr lang="de-DE" dirty="0"/>
              <a:t> </a:t>
            </a:r>
            <a:r>
              <a:rPr lang="de-DE" dirty="0" err="1"/>
              <a:t>questions</a:t>
            </a:r>
            <a:r>
              <a:rPr lang="de-DE" dirty="0"/>
              <a:t> </a:t>
            </a:r>
            <a:r>
              <a:rPr lang="de-DE" dirty="0" err="1"/>
              <a:t>about</a:t>
            </a:r>
            <a:r>
              <a:rPr lang="de-DE" dirty="0"/>
              <a:t> </a:t>
            </a:r>
            <a:r>
              <a:rPr lang="de-DE" dirty="0" err="1"/>
              <a:t>the</a:t>
            </a:r>
            <a:r>
              <a:rPr lang="de-DE" dirty="0"/>
              <a:t> </a:t>
            </a:r>
            <a:r>
              <a:rPr lang="de-DE" dirty="0" err="1"/>
              <a:t>service</a:t>
            </a:r>
            <a:r>
              <a:rPr lang="de-DE" dirty="0"/>
              <a:t> </a:t>
            </a:r>
            <a:r>
              <a:rPr lang="de-DE" dirty="0" err="1"/>
              <a:t>that</a:t>
            </a:r>
            <a:r>
              <a:rPr lang="de-DE" dirty="0"/>
              <a:t> </a:t>
            </a:r>
            <a:r>
              <a:rPr lang="de-DE" dirty="0" err="1"/>
              <a:t>my</a:t>
            </a:r>
            <a:r>
              <a:rPr lang="de-DE" dirty="0"/>
              <a:t> </a:t>
            </a:r>
            <a:r>
              <a:rPr lang="de-DE" dirty="0" err="1"/>
              <a:t>presentation</a:t>
            </a:r>
            <a:r>
              <a:rPr lang="de-DE" dirty="0"/>
              <a:t> </a:t>
            </a:r>
            <a:r>
              <a:rPr lang="de-DE" dirty="0" err="1"/>
              <a:t>wasn‘t</a:t>
            </a:r>
            <a:r>
              <a:rPr lang="de-DE" dirty="0"/>
              <a:t> </a:t>
            </a:r>
            <a:r>
              <a:rPr lang="de-DE" dirty="0" err="1"/>
              <a:t>able</a:t>
            </a:r>
            <a:r>
              <a:rPr lang="de-DE" dirty="0"/>
              <a:t> </a:t>
            </a:r>
            <a:r>
              <a:rPr lang="de-DE" dirty="0" err="1"/>
              <a:t>to</a:t>
            </a:r>
            <a:r>
              <a:rPr lang="de-DE" dirty="0"/>
              <a:t> </a:t>
            </a:r>
            <a:r>
              <a:rPr lang="de-DE" dirty="0" err="1"/>
              <a:t>cover</a:t>
            </a:r>
            <a:r>
              <a:rPr lang="de-DE" dirty="0"/>
              <a:t> </a:t>
            </a:r>
            <a:r>
              <a:rPr lang="de-DE" dirty="0" err="1"/>
              <a:t>I‘m</a:t>
            </a:r>
            <a:r>
              <a:rPr lang="de-DE" dirty="0"/>
              <a:t> happy </a:t>
            </a:r>
            <a:r>
              <a:rPr lang="de-DE" dirty="0" err="1"/>
              <a:t>to</a:t>
            </a:r>
            <a:r>
              <a:rPr lang="de-DE" dirty="0"/>
              <a:t> </a:t>
            </a:r>
            <a:r>
              <a:rPr lang="de-DE" dirty="0" err="1"/>
              <a:t>be</a:t>
            </a:r>
            <a:r>
              <a:rPr lang="de-DE" dirty="0"/>
              <a:t> </a:t>
            </a:r>
            <a:r>
              <a:rPr lang="de-DE" dirty="0" err="1"/>
              <a:t>available</a:t>
            </a:r>
            <a:r>
              <a:rPr lang="de-DE" dirty="0"/>
              <a:t> </a:t>
            </a:r>
            <a:r>
              <a:rPr lang="de-DE" dirty="0" err="1"/>
              <a:t>throughout</a:t>
            </a:r>
            <a:r>
              <a:rPr lang="de-DE" dirty="0"/>
              <a:t> </a:t>
            </a:r>
            <a:r>
              <a:rPr lang="de-DE" dirty="0" err="1"/>
              <a:t>the</a:t>
            </a:r>
            <a:r>
              <a:rPr lang="de-DE" dirty="0"/>
              <a:t> </a:t>
            </a:r>
            <a:r>
              <a:rPr lang="de-DE" dirty="0" err="1"/>
              <a:t>conference</a:t>
            </a:r>
            <a:r>
              <a:rPr lang="de-DE" dirty="0"/>
              <a:t>, via LinkedIn, </a:t>
            </a:r>
            <a:r>
              <a:rPr lang="de-DE" dirty="0" err="1"/>
              <a:t>Bluesky</a:t>
            </a:r>
            <a:r>
              <a:rPr lang="de-DE" dirty="0"/>
              <a:t> </a:t>
            </a:r>
            <a:r>
              <a:rPr lang="de-DE" dirty="0" err="1"/>
              <a:t>or</a:t>
            </a:r>
            <a:r>
              <a:rPr lang="de-DE" dirty="0"/>
              <a:t> </a:t>
            </a:r>
            <a:r>
              <a:rPr lang="de-DE" dirty="0" err="1"/>
              <a:t>the</a:t>
            </a:r>
            <a:r>
              <a:rPr lang="de-DE" dirty="0"/>
              <a:t> email </a:t>
            </a:r>
            <a:r>
              <a:rPr lang="de-DE" dirty="0" err="1"/>
              <a:t>address</a:t>
            </a:r>
            <a:r>
              <a:rPr lang="de-DE" dirty="0"/>
              <a:t> </a:t>
            </a:r>
            <a:r>
              <a:rPr lang="de-DE" dirty="0" err="1"/>
              <a:t>above</a:t>
            </a:r>
            <a:r>
              <a:rPr lang="de-DE" dirty="0"/>
              <a:t>. I </a:t>
            </a:r>
            <a:r>
              <a:rPr lang="de-DE" dirty="0" err="1"/>
              <a:t>have</a:t>
            </a:r>
            <a:r>
              <a:rPr lang="de-DE" dirty="0"/>
              <a:t> also </a:t>
            </a:r>
            <a:r>
              <a:rPr lang="de-DE" dirty="0" err="1"/>
              <a:t>added</a:t>
            </a:r>
            <a:r>
              <a:rPr lang="de-DE" dirty="0"/>
              <a:t> a </a:t>
            </a:r>
            <a:r>
              <a:rPr lang="de-DE" dirty="0" err="1"/>
              <a:t>few</a:t>
            </a:r>
            <a:r>
              <a:rPr lang="de-DE" dirty="0"/>
              <a:t> </a:t>
            </a:r>
            <a:r>
              <a:rPr lang="de-DE" dirty="0" err="1"/>
              <a:t>business</a:t>
            </a:r>
            <a:r>
              <a:rPr lang="de-DE" dirty="0"/>
              <a:t> </a:t>
            </a:r>
            <a:r>
              <a:rPr lang="de-DE" dirty="0" err="1"/>
              <a:t>cards</a:t>
            </a:r>
            <a:r>
              <a:rPr lang="de-DE" dirty="0"/>
              <a:t> </a:t>
            </a:r>
            <a:r>
              <a:rPr lang="de-DE" dirty="0" err="1"/>
              <a:t>to</a:t>
            </a:r>
            <a:r>
              <a:rPr lang="de-DE" dirty="0"/>
              <a:t> </a:t>
            </a:r>
            <a:r>
              <a:rPr lang="de-DE" dirty="0" err="1"/>
              <a:t>the</a:t>
            </a:r>
            <a:r>
              <a:rPr lang="de-DE" dirty="0"/>
              <a:t> </a:t>
            </a:r>
            <a:r>
              <a:rPr lang="de-DE" dirty="0" err="1"/>
              <a:t>edges</a:t>
            </a:r>
            <a:r>
              <a:rPr lang="de-DE" dirty="0"/>
              <a:t> </a:t>
            </a:r>
            <a:r>
              <a:rPr lang="de-DE" dirty="0" err="1"/>
              <a:t>of</a:t>
            </a:r>
            <a:r>
              <a:rPr lang="de-DE" dirty="0"/>
              <a:t> </a:t>
            </a:r>
            <a:r>
              <a:rPr lang="de-DE" dirty="0" err="1"/>
              <a:t>the</a:t>
            </a:r>
            <a:r>
              <a:rPr lang="de-DE" dirty="0"/>
              <a:t> </a:t>
            </a:r>
            <a:r>
              <a:rPr lang="de-DE" dirty="0" err="1"/>
              <a:t>stage</a:t>
            </a:r>
            <a:r>
              <a:rPr lang="de-DE" dirty="0"/>
              <a:t> </a:t>
            </a:r>
            <a:r>
              <a:rPr lang="de-DE" dirty="0" err="1"/>
              <a:t>should</a:t>
            </a:r>
            <a:r>
              <a:rPr lang="de-DE" dirty="0"/>
              <a:t> in </a:t>
            </a:r>
            <a:r>
              <a:rPr lang="de-DE" dirty="0" err="1"/>
              <a:t>case</a:t>
            </a:r>
            <a:r>
              <a:rPr lang="de-DE" dirty="0"/>
              <a:t> </a:t>
            </a:r>
            <a:r>
              <a:rPr lang="de-DE" dirty="0" err="1"/>
              <a:t>you‘d</a:t>
            </a:r>
            <a:r>
              <a:rPr lang="de-DE" dirty="0"/>
              <a:t> </a:t>
            </a:r>
            <a:r>
              <a:rPr lang="de-DE" dirty="0" err="1"/>
              <a:t>want</a:t>
            </a:r>
            <a:r>
              <a:rPr lang="de-DE" dirty="0"/>
              <a:t> </a:t>
            </a:r>
            <a:r>
              <a:rPr lang="de-DE" dirty="0" err="1"/>
              <a:t>to</a:t>
            </a:r>
            <a:r>
              <a:rPr lang="de-DE" dirty="0"/>
              <a:t> </a:t>
            </a:r>
            <a:r>
              <a:rPr lang="de-DE" dirty="0" err="1"/>
              <a:t>keep</a:t>
            </a:r>
            <a:r>
              <a:rPr lang="de-DE" dirty="0"/>
              <a:t> </a:t>
            </a:r>
            <a:r>
              <a:rPr lang="de-DE" dirty="0" err="1"/>
              <a:t>the</a:t>
            </a:r>
            <a:r>
              <a:rPr lang="de-DE" dirty="0"/>
              <a:t> </a:t>
            </a:r>
            <a:r>
              <a:rPr lang="de-DE" dirty="0" err="1"/>
              <a:t>business</a:t>
            </a:r>
            <a:r>
              <a:rPr lang="de-DE" dirty="0"/>
              <a:t> </a:t>
            </a:r>
            <a:r>
              <a:rPr lang="de-DE" dirty="0" err="1"/>
              <a:t>card</a:t>
            </a:r>
            <a:r>
              <a:rPr lang="de-DE" dirty="0"/>
              <a:t> </a:t>
            </a:r>
            <a:r>
              <a:rPr lang="de-DE" dirty="0" err="1"/>
              <a:t>as</a:t>
            </a:r>
            <a:r>
              <a:rPr lang="de-DE" dirty="0"/>
              <a:t> a </a:t>
            </a:r>
            <a:r>
              <a:rPr lang="de-DE" dirty="0" err="1"/>
              <a:t>reminder</a:t>
            </a:r>
            <a:r>
              <a:rPr lang="de-DE" dirty="0"/>
              <a:t>.</a:t>
            </a:r>
          </a:p>
          <a:p>
            <a:endParaRPr lang="de-DE" dirty="0"/>
          </a:p>
          <a:p>
            <a:r>
              <a:rPr lang="de-DE" dirty="0" err="1"/>
              <a:t>Let‘s</a:t>
            </a:r>
            <a:r>
              <a:rPr lang="de-DE" dirty="0"/>
              <a:t> </a:t>
            </a:r>
            <a:r>
              <a:rPr lang="de-DE" dirty="0" err="1"/>
              <a:t>get</a:t>
            </a:r>
            <a:r>
              <a:rPr lang="de-DE" dirty="0"/>
              <a:t> </a:t>
            </a:r>
            <a:r>
              <a:rPr lang="de-DE" dirty="0" err="1"/>
              <a:t>started</a:t>
            </a:r>
            <a:r>
              <a:rPr lang="de-DE" dirty="0"/>
              <a:t> </a:t>
            </a:r>
            <a:r>
              <a:rPr lang="de-DE" dirty="0" err="1"/>
              <a:t>with</a:t>
            </a:r>
            <a:r>
              <a:rPr lang="de-DE" dirty="0"/>
              <a:t> Azure Service Bus</a:t>
            </a:r>
          </a:p>
        </p:txBody>
      </p:sp>
      <p:sp>
        <p:nvSpPr>
          <p:cNvPr id="4" name="Foliennummernplatzhalter 3"/>
          <p:cNvSpPr>
            <a:spLocks noGrp="1"/>
          </p:cNvSpPr>
          <p:nvPr>
            <p:ph type="sldNum" sz="quarter" idx="5"/>
          </p:nvPr>
        </p:nvSpPr>
        <p:spPr/>
        <p:txBody>
          <a:bodyPr/>
          <a:lstStyle/>
          <a:p>
            <a:fld id="{2DBA657F-BF3E-4BC8-BD58-D0B03B862583}" type="slidenum">
              <a:rPr lang="de-DE"/>
              <a:t>1</a:t>
            </a:fld>
            <a:endParaRPr lang="de-DE"/>
          </a:p>
        </p:txBody>
      </p:sp>
    </p:spTree>
    <p:extLst>
      <p:ext uri="{BB962C8B-B14F-4D97-AF65-F5344CB8AC3E}">
        <p14:creationId xmlns:p14="http://schemas.microsoft.com/office/powerpoint/2010/main" val="19751142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Message, Event distribution (within the enterprise). Single message is the information carrier</a:t>
            </a:r>
          </a:p>
          <a:p>
            <a:r>
              <a:rPr lang="en-US" dirty="0"/>
              <a:t>When to use: Order processing and financial transaction</a:t>
            </a:r>
          </a:p>
          <a:p>
            <a:br>
              <a:rPr lang="en-US" dirty="0"/>
            </a:br>
            <a:r>
              <a:rPr lang="en-US" dirty="0"/>
              <a:t>Error handling: Individual messages can be individually processed several times, put on hold, or marked as processed</a:t>
            </a:r>
          </a:p>
          <a:p>
            <a:br>
              <a:rPr lang="en-US" dirty="0"/>
            </a:br>
            <a:r>
              <a:rPr lang="en-US" dirty="0"/>
              <a:t>Service Bus is a fully managed enterprise message broker with message queues and publish-subscribe topics. The service is intended for enterprise applications that require transactions, ordering, duplicate detection, and instantaneous consistency. Service Bus enables cloud-native applications to provide reliable state transition management for business processes. When handling high-value messages that can't be lost or duplicated, use Azure Service Bus. This service also facilitates highly secure communication across hybrid cloud solutions and can connect existing on-premises systems to cloud solutions.</a:t>
            </a:r>
          </a:p>
          <a:p>
            <a:endParaRPr lang="en-US" dirty="0"/>
          </a:p>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2</a:t>
            </a:fld>
            <a:endParaRPr lang="en-US"/>
          </a:p>
        </p:txBody>
      </p:sp>
    </p:spTree>
    <p:extLst>
      <p:ext uri="{BB962C8B-B14F-4D97-AF65-F5344CB8AC3E}">
        <p14:creationId xmlns:p14="http://schemas.microsoft.com/office/powerpoint/2010/main" val="30184355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a:t>
            </a:fld>
            <a:endParaRPr lang="en-US"/>
          </a:p>
        </p:txBody>
      </p:sp>
    </p:spTree>
    <p:extLst>
      <p:ext uri="{BB962C8B-B14F-4D97-AF65-F5344CB8AC3E}">
        <p14:creationId xmlns:p14="http://schemas.microsoft.com/office/powerpoint/2010/main" val="10933586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Processor</a:t>
            </a:r>
          </a:p>
        </p:txBody>
      </p:sp>
      <p:sp>
        <p:nvSpPr>
          <p:cNvPr id="4" name="Slide Number Placeholder 3"/>
          <p:cNvSpPr>
            <a:spLocks noGrp="1"/>
          </p:cNvSpPr>
          <p:nvPr>
            <p:ph type="sldNum" sz="quarter" idx="5"/>
          </p:nvPr>
        </p:nvSpPr>
        <p:spPr/>
        <p:txBody>
          <a:bodyPr/>
          <a:lstStyle/>
          <a:p>
            <a:fld id="{B2172418-D9C9-2043-9217-E6B77BFECEB4}" type="slidenum">
              <a:rPr lang="en-US" smtClean="0"/>
              <a:t>7</a:t>
            </a:fld>
            <a:endParaRPr lang="en-US"/>
          </a:p>
        </p:txBody>
      </p:sp>
    </p:spTree>
    <p:extLst>
      <p:ext uri="{BB962C8B-B14F-4D97-AF65-F5344CB8AC3E}">
        <p14:creationId xmlns:p14="http://schemas.microsoft.com/office/powerpoint/2010/main" val="8463743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8</a:t>
            </a:fld>
            <a:endParaRPr lang="en-US"/>
          </a:p>
        </p:txBody>
      </p:sp>
    </p:spTree>
    <p:extLst>
      <p:ext uri="{BB962C8B-B14F-4D97-AF65-F5344CB8AC3E}">
        <p14:creationId xmlns:p14="http://schemas.microsoft.com/office/powerpoint/2010/main" val="15710261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9</a:t>
            </a:fld>
            <a:endParaRPr lang="en-US"/>
          </a:p>
        </p:txBody>
      </p:sp>
    </p:spTree>
    <p:extLst>
      <p:ext uri="{BB962C8B-B14F-4D97-AF65-F5344CB8AC3E}">
        <p14:creationId xmlns:p14="http://schemas.microsoft.com/office/powerpoint/2010/main" val="15602577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RBAC</a:t>
            </a:r>
          </a:p>
        </p:txBody>
      </p:sp>
      <p:sp>
        <p:nvSpPr>
          <p:cNvPr id="4" name="Slide Number Placeholder 3"/>
          <p:cNvSpPr>
            <a:spLocks noGrp="1"/>
          </p:cNvSpPr>
          <p:nvPr>
            <p:ph type="sldNum" sz="quarter" idx="5"/>
          </p:nvPr>
        </p:nvSpPr>
        <p:spPr/>
        <p:txBody>
          <a:bodyPr/>
          <a:lstStyle/>
          <a:p>
            <a:fld id="{B2172418-D9C9-2043-9217-E6B77BFECEB4}" type="slidenum">
              <a:rPr lang="en-US" smtClean="0"/>
              <a:t>10</a:t>
            </a:fld>
            <a:endParaRPr lang="en-US"/>
          </a:p>
        </p:txBody>
      </p:sp>
    </p:spTree>
    <p:extLst>
      <p:ext uri="{BB962C8B-B14F-4D97-AF65-F5344CB8AC3E}">
        <p14:creationId xmlns:p14="http://schemas.microsoft.com/office/powerpoint/2010/main" val="245766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13</a:t>
            </a:fld>
            <a:endParaRPr lang="en-US"/>
          </a:p>
        </p:txBody>
      </p:sp>
    </p:spTree>
    <p:extLst>
      <p:ext uri="{BB962C8B-B14F-4D97-AF65-F5344CB8AC3E}">
        <p14:creationId xmlns:p14="http://schemas.microsoft.com/office/powerpoint/2010/main" val="39434439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18</a:t>
            </a:fld>
            <a:endParaRPr lang="en-US"/>
          </a:p>
        </p:txBody>
      </p:sp>
    </p:spTree>
    <p:extLst>
      <p:ext uri="{BB962C8B-B14F-4D97-AF65-F5344CB8AC3E}">
        <p14:creationId xmlns:p14="http://schemas.microsoft.com/office/powerpoint/2010/main" val="231779684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0A1F6-09D7-75AE-D0D9-3A86924E6B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E27637-DDD5-6F0A-8A56-87ADC3AAB9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68FAE-275E-D86C-AA4C-4D760763709C}"/>
              </a:ext>
            </a:extLst>
          </p:cNvPr>
          <p:cNvSpPr>
            <a:spLocks noGrp="1"/>
          </p:cNvSpPr>
          <p:nvPr>
            <p:ph type="body" idx="1"/>
          </p:nvPr>
        </p:nvSpPr>
        <p:spPr/>
        <p:txBody>
          <a:bodyPr/>
          <a:lstStyle/>
          <a:p>
            <a:r>
              <a:rPr lang="en-US" dirty="0"/>
              <a:t>Session</a:t>
            </a:r>
          </a:p>
        </p:txBody>
      </p:sp>
      <p:sp>
        <p:nvSpPr>
          <p:cNvPr id="4" name="Slide Number Placeholder 3">
            <a:extLst>
              <a:ext uri="{FF2B5EF4-FFF2-40B4-BE49-F238E27FC236}">
                <a16:creationId xmlns:a16="http://schemas.microsoft.com/office/drawing/2014/main" id="{E6E2BDA3-2419-75D3-47DB-859935DEC0D1}"/>
              </a:ext>
            </a:extLst>
          </p:cNvPr>
          <p:cNvSpPr>
            <a:spLocks noGrp="1"/>
          </p:cNvSpPr>
          <p:nvPr>
            <p:ph type="sldNum" sz="quarter" idx="5"/>
          </p:nvPr>
        </p:nvSpPr>
        <p:spPr/>
        <p:txBody>
          <a:bodyPr/>
          <a:lstStyle/>
          <a:p>
            <a:fld id="{B2172418-D9C9-2043-9217-E6B77BFECEB4}" type="slidenum">
              <a:rPr lang="en-US" smtClean="0"/>
              <a:t>19</a:t>
            </a:fld>
            <a:endParaRPr lang="en-US"/>
          </a:p>
        </p:txBody>
      </p:sp>
    </p:spTree>
    <p:extLst>
      <p:ext uri="{BB962C8B-B14F-4D97-AF65-F5344CB8AC3E}">
        <p14:creationId xmlns:p14="http://schemas.microsoft.com/office/powerpoint/2010/main" val="25831124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65B8C7-8CD7-1B3B-4550-40FB3AB787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C91F78-DFC3-3FE7-E1B1-9B99C2216D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5CC5E6-AE5A-8882-2348-768CC0352BB7}"/>
              </a:ext>
            </a:extLst>
          </p:cNvPr>
          <p:cNvSpPr>
            <a:spLocks noGrp="1"/>
          </p:cNvSpPr>
          <p:nvPr>
            <p:ph type="body" idx="1"/>
          </p:nvPr>
        </p:nvSpPr>
        <p:spPr/>
        <p:txBody>
          <a:bodyPr/>
          <a:lstStyle/>
          <a:p>
            <a:r>
              <a:rPr lang="en-US" dirty="0"/>
              <a:t>Purpose: Big data pipeline, </a:t>
            </a:r>
            <a:r>
              <a:rPr lang="en-US" dirty="0" err="1"/>
              <a:t>realtime</a:t>
            </a:r>
            <a:r>
              <a:rPr lang="en-US" dirty="0"/>
              <a:t> event-processing and data-distribution</a:t>
            </a:r>
          </a:p>
          <a:p>
            <a:r>
              <a:rPr lang="en-US" dirty="0"/>
              <a:t>Type: Event streaming (series). The series of event is the information carrier</a:t>
            </a:r>
          </a:p>
          <a:p>
            <a:r>
              <a:rPr lang="en-US" dirty="0"/>
              <a:t>When to use: Telemetry and distributed data streaming</a:t>
            </a:r>
          </a:p>
          <a:p>
            <a:r>
              <a:rPr lang="en-US" dirty="0"/>
              <a:t>Error handling: Read the log stream again from a certain offset or skip the offset. Tombstone certain records and move them to a dedicated stream.</a:t>
            </a:r>
          </a:p>
          <a:p>
            <a:br>
              <a:rPr lang="en-US" dirty="0"/>
            </a:br>
            <a:r>
              <a:rPr lang="en-US" dirty="0"/>
              <a:t>Azure Event Hubs is a big data streaming platform and event ingestion service. It can receive and process millions of events per second. It facilitates the capture, retention, and replay of telemetry and event stream data. The data can come from many concurrent sources. Event Hubs allows telemetry and event data to be made available to various stream-processing infrastructures and analytics services. It's available either as data streams or bundled event batches. This service provides a single solution that enables rapid data retrieval for real-time processing, and repeated replay of stored raw data. It can capture the streaming data into a file for processing and analysis.</a:t>
            </a:r>
          </a:p>
          <a:p>
            <a:br>
              <a:rPr lang="en-US" dirty="0"/>
            </a:br>
            <a:r>
              <a:rPr lang="en-US" dirty="0"/>
              <a:t>Azure Event Hubs is widely adopted in industries that produce high volumes of streaming data. The automotive sector, for example, frequently uses Event Hubs for connected vehicle telemetry. Other common applications include IoT telemetry from devices such as elevators, coffee machines (e.g., </a:t>
            </a:r>
            <a:r>
              <a:rPr lang="en-US" dirty="0" err="1"/>
              <a:t>Thermoplan</a:t>
            </a:r>
            <a:r>
              <a:rPr lang="en-US" dirty="0"/>
              <a:t>), and real-time data replication scenarios.</a:t>
            </a:r>
          </a:p>
          <a:p>
            <a:br>
              <a:rPr lang="en-US" dirty="0"/>
            </a:br>
            <a:r>
              <a:rPr lang="en-US" dirty="0"/>
              <a:t>Event Hubs is also commonly used alongside tools like Kafka and </a:t>
            </a:r>
            <a:r>
              <a:rPr lang="en-US" dirty="0" err="1"/>
              <a:t>Debezium</a:t>
            </a:r>
            <a:r>
              <a:rPr lang="en-US" dirty="0"/>
              <a:t> to implement change data capture (CDC), support outbox patterns, and enable the decoupling of monolithic databases into modular, event-driven components. It is particularly suited for high-throughput, append-only, time-ordered event ingestion.</a:t>
            </a:r>
          </a:p>
          <a:p>
            <a:endParaRPr lang="en-US" dirty="0"/>
          </a:p>
        </p:txBody>
      </p:sp>
      <p:sp>
        <p:nvSpPr>
          <p:cNvPr id="4" name="Slide Number Placeholder 3">
            <a:extLst>
              <a:ext uri="{FF2B5EF4-FFF2-40B4-BE49-F238E27FC236}">
                <a16:creationId xmlns:a16="http://schemas.microsoft.com/office/drawing/2014/main" id="{F4A03CFC-65E7-A848-B7BF-7F96A97E4B0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172418-D9C9-2043-9217-E6B77BFECEB4}"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69504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23</a:t>
            </a:fld>
            <a:endParaRPr lang="en-US"/>
          </a:p>
        </p:txBody>
      </p:sp>
    </p:spTree>
    <p:extLst>
      <p:ext uri="{BB962C8B-B14F-4D97-AF65-F5344CB8AC3E}">
        <p14:creationId xmlns:p14="http://schemas.microsoft.com/office/powerpoint/2010/main" val="25477917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24</a:t>
            </a:fld>
            <a:endParaRPr lang="en-US"/>
          </a:p>
        </p:txBody>
      </p:sp>
    </p:spTree>
    <p:extLst>
      <p:ext uri="{BB962C8B-B14F-4D97-AF65-F5344CB8AC3E}">
        <p14:creationId xmlns:p14="http://schemas.microsoft.com/office/powerpoint/2010/main" val="22725947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26</a:t>
            </a:fld>
            <a:endParaRPr lang="en-US"/>
          </a:p>
        </p:txBody>
      </p:sp>
    </p:spTree>
    <p:extLst>
      <p:ext uri="{BB962C8B-B14F-4D97-AF65-F5344CB8AC3E}">
        <p14:creationId xmlns:p14="http://schemas.microsoft.com/office/powerpoint/2010/main" val="40103275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28</a:t>
            </a:fld>
            <a:endParaRPr lang="en-US"/>
          </a:p>
        </p:txBody>
      </p:sp>
    </p:spTree>
    <p:extLst>
      <p:ext uri="{BB962C8B-B14F-4D97-AF65-F5344CB8AC3E}">
        <p14:creationId xmlns:p14="http://schemas.microsoft.com/office/powerpoint/2010/main" val="32261340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Event Hubs IAM</a:t>
            </a:r>
          </a:p>
        </p:txBody>
      </p:sp>
      <p:sp>
        <p:nvSpPr>
          <p:cNvPr id="4" name="Slide Number Placeholder 3"/>
          <p:cNvSpPr>
            <a:spLocks noGrp="1"/>
          </p:cNvSpPr>
          <p:nvPr>
            <p:ph type="sldNum" sz="quarter" idx="5"/>
          </p:nvPr>
        </p:nvSpPr>
        <p:spPr/>
        <p:txBody>
          <a:bodyPr/>
          <a:lstStyle/>
          <a:p>
            <a:fld id="{B2172418-D9C9-2043-9217-E6B77BFECEB4}" type="slidenum">
              <a:rPr lang="en-US" smtClean="0"/>
              <a:t>29</a:t>
            </a:fld>
            <a:endParaRPr lang="en-US"/>
          </a:p>
        </p:txBody>
      </p:sp>
    </p:spTree>
    <p:extLst>
      <p:ext uri="{BB962C8B-B14F-4D97-AF65-F5344CB8AC3E}">
        <p14:creationId xmlns:p14="http://schemas.microsoft.com/office/powerpoint/2010/main" val="11323983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30</a:t>
            </a:fld>
            <a:endParaRPr lang="en-US"/>
          </a:p>
        </p:txBody>
      </p:sp>
    </p:spTree>
    <p:extLst>
      <p:ext uri="{BB962C8B-B14F-4D97-AF65-F5344CB8AC3E}">
        <p14:creationId xmlns:p14="http://schemas.microsoft.com/office/powerpoint/2010/main" val="32978978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31</a:t>
            </a:fld>
            <a:endParaRPr lang="en-US"/>
          </a:p>
        </p:txBody>
      </p:sp>
    </p:spTree>
    <p:extLst>
      <p:ext uri="{BB962C8B-B14F-4D97-AF65-F5344CB8AC3E}">
        <p14:creationId xmlns:p14="http://schemas.microsoft.com/office/powerpoint/2010/main" val="18226077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32</a:t>
            </a:fld>
            <a:endParaRPr lang="en-US"/>
          </a:p>
        </p:txBody>
      </p:sp>
    </p:spTree>
    <p:extLst>
      <p:ext uri="{BB962C8B-B14F-4D97-AF65-F5344CB8AC3E}">
        <p14:creationId xmlns:p14="http://schemas.microsoft.com/office/powerpoint/2010/main" val="332939791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33</a:t>
            </a:fld>
            <a:endParaRPr lang="en-US"/>
          </a:p>
        </p:txBody>
      </p:sp>
    </p:spTree>
    <p:extLst>
      <p:ext uri="{BB962C8B-B14F-4D97-AF65-F5344CB8AC3E}">
        <p14:creationId xmlns:p14="http://schemas.microsoft.com/office/powerpoint/2010/main" val="39056130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34</a:t>
            </a:fld>
            <a:endParaRPr lang="en-US"/>
          </a:p>
        </p:txBody>
      </p:sp>
    </p:spTree>
    <p:extLst>
      <p:ext uri="{BB962C8B-B14F-4D97-AF65-F5344CB8AC3E}">
        <p14:creationId xmlns:p14="http://schemas.microsoft.com/office/powerpoint/2010/main" val="41289798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36</a:t>
            </a:fld>
            <a:endParaRPr lang="en-US"/>
          </a:p>
        </p:txBody>
      </p:sp>
    </p:spTree>
    <p:extLst>
      <p:ext uri="{BB962C8B-B14F-4D97-AF65-F5344CB8AC3E}">
        <p14:creationId xmlns:p14="http://schemas.microsoft.com/office/powerpoint/2010/main" val="203544320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CF46E-464B-A0B4-D64C-26059795C4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F2C5D3-6ADB-06C2-7558-938D2B70C1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4409A0-AF63-7F8A-FF84-D910B58D7CBE}"/>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 Event Grid</a:t>
            </a:r>
            <a:endParaRPr lang="en-US" sz="1200" b="0" kern="1200" dirty="0">
              <a:solidFill>
                <a:schemeClr val="tx1"/>
              </a:solidFill>
              <a:effectLst/>
              <a:latin typeface="+mn-lt"/>
              <a:ea typeface="+mn-ea"/>
              <a:cs typeface="+mn-cs"/>
            </a:endParaRP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Azure Event Grid is a highly scalable, fully managed Pub Sub message distribution service that offers flexible message consumption patterns using the Message Queueing Telemetry Transport (MQTT) and HTTP protocols. With Azure Event Grid, you can build data pipelines with device data, integrate applications, and build event-driven serverless architectures.</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 service provides an </a:t>
            </a:r>
            <a:r>
              <a:rPr lang="en-US" sz="1200" b="0" kern="1200" dirty="0" err="1">
                <a:solidFill>
                  <a:schemeClr val="tx1"/>
                </a:solidFill>
                <a:effectLst/>
                <a:latin typeface="+mn-lt"/>
                <a:ea typeface="+mn-ea"/>
                <a:cs typeface="+mn-cs"/>
              </a:rPr>
              <a:t>eventing</a:t>
            </a:r>
            <a:r>
              <a:rPr lang="en-US" sz="1200" b="0" kern="1200" dirty="0">
                <a:solidFill>
                  <a:schemeClr val="tx1"/>
                </a:solidFill>
                <a:effectLst/>
                <a:latin typeface="+mn-lt"/>
                <a:ea typeface="+mn-ea"/>
                <a:cs typeface="+mn-cs"/>
              </a:rPr>
              <a:t> backbone that enables event-driven and reactive programming. It uses the publish-subscribe model. Publishers emit events, but have no expectation about how the events are handled. Subscribers decide on which events they want to handle.</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Event Grid is deeply integrated with other Azure services and can be integrated with third-party services. It simplifies event consumption and lowers costs by eliminating the need for constant polling. Event Grid efficiently and reliably routes events from Azure and non-Azure resources. It distributes the events to registered subscriber endpoints. The event message has the information you need to react to changes in services and </a:t>
            </a:r>
            <a:r>
              <a:rPr lang="en-US" sz="1200" b="0" kern="1200">
                <a:solidFill>
                  <a:schemeClr val="tx1"/>
                </a:solidFill>
                <a:effectLst/>
                <a:latin typeface="+mn-lt"/>
                <a:ea typeface="+mn-ea"/>
                <a:cs typeface="+mn-cs"/>
              </a:rPr>
              <a:t>applications.</a:t>
            </a:r>
            <a:endParaRPr lang="en-US" sz="1200" b="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0A530D0A-AF48-35A3-22D9-2DDDFA30EBF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172418-D9C9-2043-9217-E6B77BFECEB4}"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7130545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41</a:t>
            </a:fld>
            <a:endParaRPr lang="en-US"/>
          </a:p>
        </p:txBody>
      </p:sp>
    </p:spTree>
    <p:extLst>
      <p:ext uri="{BB962C8B-B14F-4D97-AF65-F5344CB8AC3E}">
        <p14:creationId xmlns:p14="http://schemas.microsoft.com/office/powerpoint/2010/main" val="42349270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42</a:t>
            </a:fld>
            <a:endParaRPr lang="en-US"/>
          </a:p>
        </p:txBody>
      </p:sp>
    </p:spTree>
    <p:extLst>
      <p:ext uri="{BB962C8B-B14F-4D97-AF65-F5344CB8AC3E}">
        <p14:creationId xmlns:p14="http://schemas.microsoft.com/office/powerpoint/2010/main" val="37657395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r>
              <a:rPr lang="en-US" b="1" dirty="0"/>
              <a:t>Service Composition:</a:t>
            </a:r>
            <a:r>
              <a:rPr lang="en-US" dirty="0"/>
              <a:t> Event Grid, Service Bus, and Event Hub can be composed for flexible use cases.</a:t>
            </a:r>
          </a:p>
          <a:p>
            <a:r>
              <a:rPr lang="en-US" b="1" dirty="0"/>
              <a:t>Event Emission and Quick Reaction:</a:t>
            </a:r>
            <a:endParaRPr lang="en-US" dirty="0"/>
          </a:p>
          <a:p>
            <a:pPr>
              <a:buFont typeface="Arial" panose="020B0604020202020204" pitchFamily="34" charset="0"/>
              <a:buChar char="•"/>
            </a:pPr>
            <a:r>
              <a:rPr lang="en-US" dirty="0"/>
              <a:t>Service Bus and Event Hub emit events to Event Grid when queues or subscriptions activate after idle periods.</a:t>
            </a:r>
          </a:p>
          <a:p>
            <a:pPr>
              <a:buFont typeface="Arial" panose="020B0604020202020204" pitchFamily="34" charset="0"/>
              <a:buChar char="•"/>
            </a:pPr>
            <a:r>
              <a:rPr lang="en-US" dirty="0"/>
              <a:t>Event Grid triggers functions to spin up job processors, saving resources when messages are sporadic or high-value but infrequent.</a:t>
            </a:r>
          </a:p>
          <a:p>
            <a:r>
              <a:rPr lang="en-US" b="1" dirty="0"/>
              <a:t>Event Hub Capture Integration:</a:t>
            </a:r>
            <a:r>
              <a:rPr lang="en-US" dirty="0"/>
              <a:t> Event Hub emits Grid events when a Capture package is stored in Azure Storage, triggering functions for processing or moving the package.</a:t>
            </a:r>
          </a:p>
          <a:p>
            <a:r>
              <a:rPr lang="en-US" b="1" dirty="0"/>
              <a:t>Routing Grid Events to Service Bus or Event Hubs:</a:t>
            </a:r>
            <a:endParaRPr lang="en-US" dirty="0"/>
          </a:p>
          <a:p>
            <a:pPr>
              <a:buFont typeface="Arial" panose="020B0604020202020204" pitchFamily="34" charset="0"/>
              <a:buChar char="•"/>
            </a:pPr>
            <a:r>
              <a:rPr lang="en-US" dirty="0"/>
              <a:t>Events can be routed into Service Bus queues or topics for scenarios requiring:</a:t>
            </a:r>
          </a:p>
          <a:p>
            <a:pPr marL="742950" lvl="1" indent="-285750">
              <a:buFont typeface="Arial" panose="020B0604020202020204" pitchFamily="34" charset="0"/>
              <a:buChar char="•"/>
            </a:pPr>
            <a:r>
              <a:rPr lang="en-US" b="1" dirty="0"/>
              <a:t>Hybrid Cloud Solutions:</a:t>
            </a:r>
            <a:r>
              <a:rPr lang="en-US" dirty="0"/>
              <a:t> On-premises services can monitor Azure Storage via Service Bus queues.</a:t>
            </a:r>
          </a:p>
          <a:p>
            <a:pPr marL="742950" lvl="1" indent="-285750">
              <a:buFont typeface="Arial" panose="020B0604020202020204" pitchFamily="34" charset="0"/>
              <a:buChar char="•"/>
            </a:pPr>
            <a:r>
              <a:rPr lang="en-US" b="1" dirty="0"/>
              <a:t>Costly or Long-Running Processing:</a:t>
            </a:r>
            <a:r>
              <a:rPr lang="en-US" dirty="0"/>
              <a:t> Service Bus allows for extended processing time without risking event acknowledgment failures.</a:t>
            </a:r>
          </a:p>
          <a:p>
            <a:r>
              <a:rPr lang="en-US" b="1" dirty="0"/>
              <a:t>Statistical Analysis with Event Hubs:</a:t>
            </a:r>
            <a:endParaRPr lang="en-US" dirty="0"/>
          </a:p>
          <a:p>
            <a:pPr>
              <a:buFont typeface="Arial" panose="020B0604020202020204" pitchFamily="34" charset="0"/>
              <a:buChar char="•"/>
            </a:pPr>
            <a:r>
              <a:rPr lang="en-US" dirty="0"/>
              <a:t>Grid events can be selectively routed to Event Hubs for analytics.</a:t>
            </a:r>
          </a:p>
          <a:p>
            <a:pPr>
              <a:buFont typeface="Arial" panose="020B0604020202020204" pitchFamily="34" charset="0"/>
              <a:buChar char="•"/>
            </a:pPr>
            <a:r>
              <a:rPr lang="en-US" dirty="0"/>
              <a:t>Event Hub Capture provides an archival solution for Grid events, enabling easy integration with analytics channels.</a:t>
            </a:r>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A3E1E47-3DD7-43FC-89E9-23237525F76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566112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Because use cases often overlap, Service Bus, Event Hub, and Event Grid can be composed. </a:t>
            </a:r>
            <a:br>
              <a:rPr lang="en-US" dirty="0"/>
            </a:br>
            <a:endParaRPr lang="en-US" dirty="0"/>
          </a:p>
          <a:p>
            <a:pPr>
              <a:buNone/>
            </a:pPr>
            <a:r>
              <a:rPr lang="en-US" b="1" dirty="0"/>
              <a:t>First</a:t>
            </a:r>
            <a:r>
              <a:rPr lang="en-US" dirty="0"/>
              <a:t>, both Service Bus and Event Hub can emit events to Event Grid, enabling applications to react to changes efficiently. For example, when a queue or subscription receives a message after being idle, it emits a Grid event. This can trigger a function to spin up a processor, ideal for infrequent but high-value messages—saving resources by only running services when needed. Similarly, Event Hub emits a Grid event when a Capture package lands in Azure Storage, which can trigger processing or transfer functions.</a:t>
            </a:r>
          </a:p>
          <a:p>
            <a:pPr>
              <a:buNone/>
            </a:pPr>
            <a:endParaRPr lang="en-US" dirty="0"/>
          </a:p>
          <a:p>
            <a:pPr>
              <a:buNone/>
            </a:pPr>
            <a:r>
              <a:rPr lang="en-US" b="1" dirty="0"/>
              <a:t>Second</a:t>
            </a:r>
            <a:r>
              <a:rPr lang="en-US" dirty="0"/>
              <a:t>, Event Grid can route events into Service Bus or Event Hubs. For instance, an on-premises service in a hybrid setup can listen on a Service Bus queue subscribed to Azure Storage events, enabling it to react to new files. This model is useful for time/resource-intensive or failure-prone processing, since Service Bus supports longer processing durations with message locks.</a:t>
            </a:r>
          </a:p>
          <a:p>
            <a:pPr>
              <a:buNone/>
            </a:pPr>
            <a:br>
              <a:rPr lang="en-US" dirty="0"/>
            </a:br>
            <a:r>
              <a:rPr lang="en-US" dirty="0"/>
              <a:t>Event Grid events can also be selectively routed to Event Hubs for analytics or archival via Event Hub Capture—no extra code required.</a:t>
            </a:r>
          </a:p>
        </p:txBody>
      </p:sp>
      <p:sp>
        <p:nvSpPr>
          <p:cNvPr id="4" name="Slide Number Placeholder 3"/>
          <p:cNvSpPr>
            <a:spLocks noGrp="1"/>
          </p:cNvSpPr>
          <p:nvPr>
            <p:ph type="sldNum" sz="quarter" idx="5"/>
          </p:nvPr>
        </p:nvSpPr>
        <p:spPr/>
        <p:txBody>
          <a:bodyPr/>
          <a:lstStyle/>
          <a:p>
            <a:fld id="{2DBA657F-BF3E-4BC8-BD58-D0B03B862583}" type="slidenum">
              <a:rPr lang="en-US" smtClean="0"/>
              <a:t>56</a:t>
            </a:fld>
            <a:endParaRPr lang="en-US"/>
          </a:p>
        </p:txBody>
      </p:sp>
    </p:spTree>
    <p:extLst>
      <p:ext uri="{BB962C8B-B14F-4D97-AF65-F5344CB8AC3E}">
        <p14:creationId xmlns:p14="http://schemas.microsoft.com/office/powerpoint/2010/main" val="320964680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57</a:t>
            </a:fld>
            <a:endParaRPr lang="en-US"/>
          </a:p>
        </p:txBody>
      </p:sp>
    </p:spTree>
    <p:extLst>
      <p:ext uri="{BB962C8B-B14F-4D97-AF65-F5344CB8AC3E}">
        <p14:creationId xmlns:p14="http://schemas.microsoft.com/office/powerpoint/2010/main" val="8982068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7BB6D-2FC2-A876-DC49-6BE63F976B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15F3C8-C694-5C86-D1FA-A14CE2CF9A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8F98DF-C809-DCDC-2727-06B731DA15E0}"/>
              </a:ext>
            </a:extLst>
          </p:cNvPr>
          <p:cNvSpPr>
            <a:spLocks noGrp="1"/>
          </p:cNvSpPr>
          <p:nvPr>
            <p:ph type="body" idx="1"/>
          </p:nvPr>
        </p:nvSpPr>
        <p:spPr/>
        <p:txBody>
          <a:bodyPr/>
          <a:lstStyle/>
          <a:p>
            <a:pPr>
              <a:buNone/>
            </a:pPr>
            <a:endParaRPr lang="en-US" dirty="0"/>
          </a:p>
        </p:txBody>
      </p:sp>
      <p:sp>
        <p:nvSpPr>
          <p:cNvPr id="4" name="Slide Number Placeholder 3">
            <a:extLst>
              <a:ext uri="{FF2B5EF4-FFF2-40B4-BE49-F238E27FC236}">
                <a16:creationId xmlns:a16="http://schemas.microsoft.com/office/drawing/2014/main" id="{93D94765-BA07-B50C-FF8A-3F1C717C3ED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BA657F-BF3E-4BC8-BD58-D0B03B862583}"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034857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67DF4-9F47-64B3-9983-DDB7BA592BAA}"/>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FB21735-AB2A-7DBD-CCB0-42B0F1D1CDA5}"/>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D4365165-24B8-313B-5C39-6B492082314F}"/>
              </a:ext>
            </a:extLst>
          </p:cNvPr>
          <p:cNvSpPr>
            <a:spLocks noGrp="1"/>
          </p:cNvSpPr>
          <p:nvPr>
            <p:ph type="body" idx="1"/>
          </p:nvPr>
        </p:nvSpPr>
        <p:spPr/>
        <p:txBody>
          <a:bodyPr/>
          <a:lstStyle/>
          <a:p>
            <a:endParaRPr lang="de-DE" dirty="0"/>
          </a:p>
        </p:txBody>
      </p:sp>
      <p:sp>
        <p:nvSpPr>
          <p:cNvPr id="4" name="Foliennummernplatzhalter 3">
            <a:extLst>
              <a:ext uri="{FF2B5EF4-FFF2-40B4-BE49-F238E27FC236}">
                <a16:creationId xmlns:a16="http://schemas.microsoft.com/office/drawing/2014/main" id="{A611F44E-596F-DC1C-0413-5C8516C1B2A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BA657F-BF3E-4BC8-BD58-D0B03B862583}" type="slidenum">
              <a:rPr kumimoji="0" lang="de-DE"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de-DE"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435918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DFE02-DAB1-8606-31A2-E306CF6B44A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1F0203E-EE19-AE0E-4AD7-D302C1BAACA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B464D5D-5599-4DF4-CED8-6DCFB82407BA}"/>
              </a:ext>
            </a:extLst>
          </p:cNvPr>
          <p:cNvSpPr>
            <a:spLocks noGrp="1"/>
          </p:cNvSpPr>
          <p:nvPr>
            <p:ph type="dt" sz="half" idx="10"/>
          </p:nvPr>
        </p:nvSpPr>
        <p:spPr/>
        <p:txBody>
          <a:bodyPr/>
          <a:lstStyle/>
          <a:p>
            <a:fld id="{323D9698-1D11-1543-ADE1-5BEB9308551E}" type="datetimeFigureOut">
              <a:rPr lang="en-US" smtClean="0"/>
              <a:t>5/22/25</a:t>
            </a:fld>
            <a:endParaRPr lang="en-US"/>
          </a:p>
        </p:txBody>
      </p:sp>
      <p:sp>
        <p:nvSpPr>
          <p:cNvPr id="5" name="Footer Placeholder 4">
            <a:extLst>
              <a:ext uri="{FF2B5EF4-FFF2-40B4-BE49-F238E27FC236}">
                <a16:creationId xmlns:a16="http://schemas.microsoft.com/office/drawing/2014/main" id="{5BBAE704-B2FC-C12C-55CD-B6B4FE8F05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86798A-8DC2-09CA-AA2E-A0F253AF36E9}"/>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30116678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F74487-FD76-37D2-5988-58FB548F507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A276704-6332-AAE9-504F-33D55F95845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4F5C42B-0431-BA85-E7C4-11719F9F3BE3}"/>
              </a:ext>
            </a:extLst>
          </p:cNvPr>
          <p:cNvSpPr>
            <a:spLocks noGrp="1"/>
          </p:cNvSpPr>
          <p:nvPr>
            <p:ph type="dt" sz="half" idx="10"/>
          </p:nvPr>
        </p:nvSpPr>
        <p:spPr/>
        <p:txBody>
          <a:bodyPr/>
          <a:lstStyle/>
          <a:p>
            <a:fld id="{323D9698-1D11-1543-ADE1-5BEB9308551E}" type="datetimeFigureOut">
              <a:rPr lang="en-US" smtClean="0"/>
              <a:t>5/22/25</a:t>
            </a:fld>
            <a:endParaRPr lang="en-US"/>
          </a:p>
        </p:txBody>
      </p:sp>
      <p:sp>
        <p:nvSpPr>
          <p:cNvPr id="5" name="Footer Placeholder 4">
            <a:extLst>
              <a:ext uri="{FF2B5EF4-FFF2-40B4-BE49-F238E27FC236}">
                <a16:creationId xmlns:a16="http://schemas.microsoft.com/office/drawing/2014/main" id="{412BA568-DE1A-8C6F-044F-3934F661940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2FC012-6792-F728-094F-AB2226573911}"/>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9417903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A4335-74DA-B5F9-767F-C4458F992A1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4C0074B-A041-9857-5FB4-86F589018F3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AE4D3E-6D09-E739-BBFF-D414726CA30A}"/>
              </a:ext>
            </a:extLst>
          </p:cNvPr>
          <p:cNvSpPr>
            <a:spLocks noGrp="1"/>
          </p:cNvSpPr>
          <p:nvPr>
            <p:ph type="dt" sz="half" idx="10"/>
          </p:nvPr>
        </p:nvSpPr>
        <p:spPr/>
        <p:txBody>
          <a:bodyPr/>
          <a:lstStyle/>
          <a:p>
            <a:fld id="{323D9698-1D11-1543-ADE1-5BEB9308551E}" type="datetimeFigureOut">
              <a:rPr lang="en-US" smtClean="0"/>
              <a:t>5/22/25</a:t>
            </a:fld>
            <a:endParaRPr lang="en-US"/>
          </a:p>
        </p:txBody>
      </p:sp>
      <p:sp>
        <p:nvSpPr>
          <p:cNvPr id="5" name="Footer Placeholder 4">
            <a:extLst>
              <a:ext uri="{FF2B5EF4-FFF2-40B4-BE49-F238E27FC236}">
                <a16:creationId xmlns:a16="http://schemas.microsoft.com/office/drawing/2014/main" id="{96A89AF9-543E-F732-BA61-C8A1C2187F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E450E2-2BDC-648E-F000-827798FDA206}"/>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2821171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08AAC-B892-4719-9803-08FECBBCCF5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535E70A-DFC6-D608-D047-180088A8789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0AA1EB8-6949-9CA1-0DC5-C7A98756D3F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CD6EC51-4055-44B9-BEE0-347F94C3D73A}"/>
              </a:ext>
            </a:extLst>
          </p:cNvPr>
          <p:cNvSpPr>
            <a:spLocks noGrp="1"/>
          </p:cNvSpPr>
          <p:nvPr>
            <p:ph type="dt" sz="half" idx="10"/>
          </p:nvPr>
        </p:nvSpPr>
        <p:spPr/>
        <p:txBody>
          <a:bodyPr/>
          <a:lstStyle/>
          <a:p>
            <a:fld id="{323D9698-1D11-1543-ADE1-5BEB9308551E}" type="datetimeFigureOut">
              <a:rPr lang="en-US" smtClean="0"/>
              <a:t>5/22/25</a:t>
            </a:fld>
            <a:endParaRPr lang="en-US"/>
          </a:p>
        </p:txBody>
      </p:sp>
      <p:sp>
        <p:nvSpPr>
          <p:cNvPr id="6" name="Footer Placeholder 5">
            <a:extLst>
              <a:ext uri="{FF2B5EF4-FFF2-40B4-BE49-F238E27FC236}">
                <a16:creationId xmlns:a16="http://schemas.microsoft.com/office/drawing/2014/main" id="{7AA286B0-7F6E-5F38-7D3A-7A65DD78D0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12BB962-ECC3-0ECA-A98B-654C16E9A8E1}"/>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6690809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595F4E-8767-9FE8-39D5-7AD086A537D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C5194E-21D1-B25B-E0DD-37BCC818AC3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A7A20A-8322-77D5-20BE-CEF0188E7A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94B4918-19E0-4044-1A15-ADAAA7C5C59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93A5AE1-446C-6889-9E21-DC538A2DE2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38D7065-E30B-6E36-D13F-7E54330FAFB8}"/>
              </a:ext>
            </a:extLst>
          </p:cNvPr>
          <p:cNvSpPr>
            <a:spLocks noGrp="1"/>
          </p:cNvSpPr>
          <p:nvPr>
            <p:ph type="dt" sz="half" idx="10"/>
          </p:nvPr>
        </p:nvSpPr>
        <p:spPr/>
        <p:txBody>
          <a:bodyPr/>
          <a:lstStyle/>
          <a:p>
            <a:fld id="{323D9698-1D11-1543-ADE1-5BEB9308551E}" type="datetimeFigureOut">
              <a:rPr lang="en-US" smtClean="0"/>
              <a:t>5/22/25</a:t>
            </a:fld>
            <a:endParaRPr lang="en-US"/>
          </a:p>
        </p:txBody>
      </p:sp>
      <p:sp>
        <p:nvSpPr>
          <p:cNvPr id="8" name="Footer Placeholder 7">
            <a:extLst>
              <a:ext uri="{FF2B5EF4-FFF2-40B4-BE49-F238E27FC236}">
                <a16:creationId xmlns:a16="http://schemas.microsoft.com/office/drawing/2014/main" id="{8A005CDD-1D91-721E-B49A-C28F522B763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CDA0F19-DA5E-ACD0-EB59-B3B14DBAE03B}"/>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11988248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82D325-33FA-3CB5-2DB7-D64413B7AF6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5C38E68-AFD9-3517-7747-649133CB554A}"/>
              </a:ext>
            </a:extLst>
          </p:cNvPr>
          <p:cNvSpPr>
            <a:spLocks noGrp="1"/>
          </p:cNvSpPr>
          <p:nvPr>
            <p:ph type="dt" sz="half" idx="10"/>
          </p:nvPr>
        </p:nvSpPr>
        <p:spPr/>
        <p:txBody>
          <a:bodyPr/>
          <a:lstStyle/>
          <a:p>
            <a:fld id="{323D9698-1D11-1543-ADE1-5BEB9308551E}" type="datetimeFigureOut">
              <a:rPr lang="en-US" smtClean="0"/>
              <a:t>5/22/25</a:t>
            </a:fld>
            <a:endParaRPr lang="en-US"/>
          </a:p>
        </p:txBody>
      </p:sp>
      <p:sp>
        <p:nvSpPr>
          <p:cNvPr id="4" name="Footer Placeholder 3">
            <a:extLst>
              <a:ext uri="{FF2B5EF4-FFF2-40B4-BE49-F238E27FC236}">
                <a16:creationId xmlns:a16="http://schemas.microsoft.com/office/drawing/2014/main" id="{9DF16BE6-0830-4DC7-BE33-150A11BC658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3890E3E-D9B6-84A1-1EF6-D0EDCF721985}"/>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4503099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541F59D-3CB5-D671-BE61-7A8A7B83222E}"/>
              </a:ext>
            </a:extLst>
          </p:cNvPr>
          <p:cNvSpPr>
            <a:spLocks noGrp="1"/>
          </p:cNvSpPr>
          <p:nvPr>
            <p:ph type="dt" sz="half" idx="10"/>
          </p:nvPr>
        </p:nvSpPr>
        <p:spPr/>
        <p:txBody>
          <a:bodyPr/>
          <a:lstStyle/>
          <a:p>
            <a:fld id="{323D9698-1D11-1543-ADE1-5BEB9308551E}" type="datetimeFigureOut">
              <a:rPr lang="en-US" smtClean="0"/>
              <a:t>5/22/25</a:t>
            </a:fld>
            <a:endParaRPr lang="en-US"/>
          </a:p>
        </p:txBody>
      </p:sp>
      <p:sp>
        <p:nvSpPr>
          <p:cNvPr id="3" name="Footer Placeholder 2">
            <a:extLst>
              <a:ext uri="{FF2B5EF4-FFF2-40B4-BE49-F238E27FC236}">
                <a16:creationId xmlns:a16="http://schemas.microsoft.com/office/drawing/2014/main" id="{AB0601EA-DE58-A096-8E3C-247D4A6D058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A7D763B-2A43-7974-D2FE-CDE65E2D2D8A}"/>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6823537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39366-BF99-F8CD-44E4-D6DCCD5474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91C7B69-67B7-8531-8700-AD90D92288B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CE5E12-617D-1A17-29A2-849A64E817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798A203-D325-B3B2-5067-1E4287E480C3}"/>
              </a:ext>
            </a:extLst>
          </p:cNvPr>
          <p:cNvSpPr>
            <a:spLocks noGrp="1"/>
          </p:cNvSpPr>
          <p:nvPr>
            <p:ph type="dt" sz="half" idx="10"/>
          </p:nvPr>
        </p:nvSpPr>
        <p:spPr/>
        <p:txBody>
          <a:bodyPr/>
          <a:lstStyle/>
          <a:p>
            <a:fld id="{323D9698-1D11-1543-ADE1-5BEB9308551E}" type="datetimeFigureOut">
              <a:rPr lang="en-US" smtClean="0"/>
              <a:t>5/22/25</a:t>
            </a:fld>
            <a:endParaRPr lang="en-US"/>
          </a:p>
        </p:txBody>
      </p:sp>
      <p:sp>
        <p:nvSpPr>
          <p:cNvPr id="6" name="Footer Placeholder 5">
            <a:extLst>
              <a:ext uri="{FF2B5EF4-FFF2-40B4-BE49-F238E27FC236}">
                <a16:creationId xmlns:a16="http://schemas.microsoft.com/office/drawing/2014/main" id="{56E63BA7-F9D0-F7DC-1621-02FF8543E4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4BCEEE-0158-912E-065B-2F002480EB2E}"/>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3091143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67AC6-078E-7A6A-8796-AC6F00F217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E221835-9D16-52E4-2DDA-30C1348BFC2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EC15203-928D-9BCD-4948-DB62C5BB20C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0465D86-34D7-22EB-CE33-257FFD389155}"/>
              </a:ext>
            </a:extLst>
          </p:cNvPr>
          <p:cNvSpPr>
            <a:spLocks noGrp="1"/>
          </p:cNvSpPr>
          <p:nvPr>
            <p:ph type="dt" sz="half" idx="10"/>
          </p:nvPr>
        </p:nvSpPr>
        <p:spPr/>
        <p:txBody>
          <a:bodyPr/>
          <a:lstStyle/>
          <a:p>
            <a:fld id="{323D9698-1D11-1543-ADE1-5BEB9308551E}" type="datetimeFigureOut">
              <a:rPr lang="en-US" smtClean="0"/>
              <a:t>5/22/25</a:t>
            </a:fld>
            <a:endParaRPr lang="en-US"/>
          </a:p>
        </p:txBody>
      </p:sp>
      <p:sp>
        <p:nvSpPr>
          <p:cNvPr id="6" name="Footer Placeholder 5">
            <a:extLst>
              <a:ext uri="{FF2B5EF4-FFF2-40B4-BE49-F238E27FC236}">
                <a16:creationId xmlns:a16="http://schemas.microsoft.com/office/drawing/2014/main" id="{1941D86F-EB1D-1E4C-3F48-3836B917659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C54ECE-AE62-86F6-79BC-09DB621D5717}"/>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9463512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BB500-356D-478A-98EE-CF0B97DD144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3CD8896-CAAA-5C1E-DA39-854E99AF99F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029358-4982-675E-0270-EB93B4E73036}"/>
              </a:ext>
            </a:extLst>
          </p:cNvPr>
          <p:cNvSpPr>
            <a:spLocks noGrp="1"/>
          </p:cNvSpPr>
          <p:nvPr>
            <p:ph type="dt" sz="half" idx="10"/>
          </p:nvPr>
        </p:nvSpPr>
        <p:spPr/>
        <p:txBody>
          <a:bodyPr/>
          <a:lstStyle/>
          <a:p>
            <a:fld id="{323D9698-1D11-1543-ADE1-5BEB9308551E}" type="datetimeFigureOut">
              <a:rPr lang="en-US" smtClean="0"/>
              <a:t>5/22/25</a:t>
            </a:fld>
            <a:endParaRPr lang="en-US"/>
          </a:p>
        </p:txBody>
      </p:sp>
      <p:sp>
        <p:nvSpPr>
          <p:cNvPr id="5" name="Footer Placeholder 4">
            <a:extLst>
              <a:ext uri="{FF2B5EF4-FFF2-40B4-BE49-F238E27FC236}">
                <a16:creationId xmlns:a16="http://schemas.microsoft.com/office/drawing/2014/main" id="{C40B7F54-FA2D-FC88-CD72-594D0FD44F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758C55-DA1A-4499-0D85-18F663F70EF7}"/>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7846862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8D0F461-D66D-CE20-E681-58180D04930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538755-BD8D-F44C-A10D-11DF20815F9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3EE51EB-6645-DE69-4466-9F1B9237407C}"/>
              </a:ext>
            </a:extLst>
          </p:cNvPr>
          <p:cNvSpPr>
            <a:spLocks noGrp="1"/>
          </p:cNvSpPr>
          <p:nvPr>
            <p:ph type="dt" sz="half" idx="10"/>
          </p:nvPr>
        </p:nvSpPr>
        <p:spPr/>
        <p:txBody>
          <a:bodyPr/>
          <a:lstStyle/>
          <a:p>
            <a:fld id="{323D9698-1D11-1543-ADE1-5BEB9308551E}" type="datetimeFigureOut">
              <a:rPr lang="en-US" smtClean="0"/>
              <a:t>5/22/25</a:t>
            </a:fld>
            <a:endParaRPr lang="en-US"/>
          </a:p>
        </p:txBody>
      </p:sp>
      <p:sp>
        <p:nvSpPr>
          <p:cNvPr id="5" name="Footer Placeholder 4">
            <a:extLst>
              <a:ext uri="{FF2B5EF4-FFF2-40B4-BE49-F238E27FC236}">
                <a16:creationId xmlns:a16="http://schemas.microsoft.com/office/drawing/2014/main" id="{690657FB-3A4C-F48B-9834-9BEDC4F0BD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EDF1AC-92BC-43E7-6EC5-39942ADF2448}"/>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85845892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751012" y="609601"/>
            <a:ext cx="8676222" cy="3200400"/>
          </a:xfrm>
        </p:spPr>
        <p:txBody>
          <a:bodyPr anchor="b">
            <a:normAutofit/>
          </a:bodyPr>
          <a:lstStyle>
            <a:lvl1pPr algn="ctr">
              <a:defRPr sz="4800">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en-US"/>
              <a:t>Click to edit Master title style</a:t>
            </a:r>
          </a:p>
        </p:txBody>
      </p:sp>
      <p:sp>
        <p:nvSpPr>
          <p:cNvPr id="3" name="Subtitle 2"/>
          <p:cNvSpPr>
            <a:spLocks noGrp="1"/>
          </p:cNvSpPr>
          <p:nvPr>
            <p:ph type="subTitle" idx="1"/>
          </p:nvPr>
        </p:nvSpPr>
        <p:spPr>
          <a:xfrm>
            <a:off x="1751012" y="3886200"/>
            <a:ext cx="8676222" cy="1905000"/>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B61BEF0D-F0BB-DE4B-95CE-6DB70DBA9567}" type="datetimeFigureOut">
              <a:rPr lang="en-US" dirty="0"/>
              <a:pPr/>
              <a:t>5/22/25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8485203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5/22/25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3421299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51013" y="3308581"/>
            <a:ext cx="8686800" cy="1468800"/>
          </a:xfrm>
        </p:spPr>
        <p:txBody>
          <a:bodyPr anchor="b"/>
          <a:lstStyle>
            <a:lvl1pPr algn="r">
              <a:defRPr sz="4000" b="0" cap="all"/>
            </a:lvl1pPr>
          </a:lstStyle>
          <a:p>
            <a:r>
              <a:rPr lang="en-US"/>
              <a:t>Click to edit Master title style</a:t>
            </a:r>
          </a:p>
        </p:txBody>
      </p:sp>
      <p:sp>
        <p:nvSpPr>
          <p:cNvPr id="3" name="Text Placeholder 2"/>
          <p:cNvSpPr>
            <a:spLocks noGrp="1"/>
          </p:cNvSpPr>
          <p:nvPr>
            <p:ph type="body" idx="1"/>
          </p:nvPr>
        </p:nvSpPr>
        <p:spPr>
          <a:xfrm>
            <a:off x="1751011" y="4777381"/>
            <a:ext cx="8686801"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54533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141412" y="2666999"/>
            <a:ext cx="4876800"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0612" y="2667000"/>
            <a:ext cx="4876800"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B61BEF0D-F0BB-DE4B-95CE-6DB70DBA9567}" type="datetimeFigureOut">
              <a:rPr lang="en-US" dirty="0"/>
              <a:pPr/>
              <a:t>5/22/25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3623133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429280" y="2658533"/>
            <a:ext cx="4588931"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2" y="3243262"/>
            <a:ext cx="4876800" cy="2547937"/>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443133" y="2667000"/>
            <a:ext cx="4604280"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0612" y="3243262"/>
            <a:ext cx="4876801" cy="2547937"/>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5/22/25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53591511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bg>
      <p:bgRef idx="1003">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5/22/25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907489185"/>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5/22/25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4894076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1600200"/>
            <a:ext cx="3549121" cy="1371600"/>
          </a:xfrm>
        </p:spPr>
        <p:txBody>
          <a:bodyPr anchor="b">
            <a:normAutofit/>
          </a:bodyPr>
          <a:lstStyle>
            <a:lvl1pPr algn="l">
              <a:defRPr sz="2400" b="0"/>
            </a:lvl1pPr>
          </a:lstStyle>
          <a:p>
            <a:r>
              <a:rPr lang="en-US"/>
              <a:t>Click to edit Master title style</a:t>
            </a:r>
          </a:p>
        </p:txBody>
      </p:sp>
      <p:sp>
        <p:nvSpPr>
          <p:cNvPr id="3" name="Content Placeholder 2"/>
          <p:cNvSpPr>
            <a:spLocks noGrp="1"/>
          </p:cNvSpPr>
          <p:nvPr>
            <p:ph idx="1"/>
          </p:nvPr>
        </p:nvSpPr>
        <p:spPr>
          <a:xfrm>
            <a:off x="5103812" y="609601"/>
            <a:ext cx="5943601" cy="51816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141411" y="2971800"/>
            <a:ext cx="3549121" cy="1828800"/>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5/22/25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7626153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1600200"/>
            <a:ext cx="5334001" cy="1371600"/>
          </a:xfrm>
        </p:spPr>
        <p:txBody>
          <a:bodyPr anchor="b">
            <a:normAutofit/>
          </a:bodyPr>
          <a:lstStyle>
            <a:lvl1pPr algn="l">
              <a:defRPr sz="2800" b="0"/>
            </a:lvl1pPr>
          </a:lstStyle>
          <a:p>
            <a:r>
              <a:rPr lang="en-US"/>
              <a:t>Click to edit Master title style</a:t>
            </a:r>
          </a:p>
        </p:txBody>
      </p:sp>
      <p:sp>
        <p:nvSpPr>
          <p:cNvPr id="14" name="Picture Placeholder 2"/>
          <p:cNvSpPr>
            <a:spLocks noGrp="1" noChangeAspect="1"/>
          </p:cNvSpPr>
          <p:nvPr>
            <p:ph type="pic" idx="1"/>
          </p:nvPr>
        </p:nvSpPr>
        <p:spPr>
          <a:xfrm>
            <a:off x="7433733" y="-18288"/>
            <a:ext cx="3276599" cy="6903720"/>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a:p>
        </p:txBody>
      </p:sp>
      <p:sp>
        <p:nvSpPr>
          <p:cNvPr id="4" name="Text Placeholder 3"/>
          <p:cNvSpPr>
            <a:spLocks noGrp="1"/>
          </p:cNvSpPr>
          <p:nvPr>
            <p:ph type="body" sz="half" idx="2"/>
          </p:nvPr>
        </p:nvSpPr>
        <p:spPr>
          <a:xfrm>
            <a:off x="1141411" y="2971800"/>
            <a:ext cx="5334001" cy="1828800"/>
          </a:xfrm>
        </p:spPr>
        <p:txBody>
          <a:bodyP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6399212" y="5883275"/>
            <a:ext cx="914400" cy="365125"/>
          </a:xfrm>
        </p:spPr>
        <p:txBody>
          <a:bodyPr/>
          <a:lstStyle/>
          <a:p>
            <a:fld id="{B61BEF0D-F0BB-DE4B-95CE-6DB70DBA9567}" type="datetimeFigureOut">
              <a:rPr lang="en-US" dirty="0"/>
              <a:pPr/>
              <a:t>5/22/25</a:t>
            </a:fld>
            <a:endParaRPr lang="en-US"/>
          </a:p>
        </p:txBody>
      </p:sp>
      <p:sp>
        <p:nvSpPr>
          <p:cNvPr id="6" name="Footer Placeholder 5"/>
          <p:cNvSpPr>
            <a:spLocks noGrp="1"/>
          </p:cNvSpPr>
          <p:nvPr>
            <p:ph type="ftr" sz="quarter" idx="11"/>
          </p:nvPr>
        </p:nvSpPr>
        <p:spPr>
          <a:xfrm>
            <a:off x="1141412" y="5883275"/>
            <a:ext cx="5105400" cy="365125"/>
          </a:xfrm>
        </p:spPr>
        <p:txBody>
          <a:bodyPr/>
          <a:lstStyle/>
          <a:p>
            <a:endParaRPr lang="en-US"/>
          </a:p>
        </p:txBody>
      </p:sp>
      <p:sp>
        <p:nvSpPr>
          <p:cNvPr id="7" name="Slide Number Placeholder 6"/>
          <p:cNvSpPr>
            <a:spLocks noGrp="1"/>
          </p:cNvSpPr>
          <p:nvPr>
            <p:ph type="sldNum" sz="quarter" idx="12"/>
          </p:nvPr>
        </p:nvSpPr>
        <p:spPr>
          <a:xfrm>
            <a:off x="10742612" y="5883275"/>
            <a:ext cx="322567" cy="365125"/>
          </a:xfrm>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11881150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4732865"/>
            <a:ext cx="9906000" cy="566738"/>
          </a:xfrm>
        </p:spPr>
        <p:txBody>
          <a:bodyPr anchor="b">
            <a:normAutofit/>
          </a:bodyPr>
          <a:lstStyle>
            <a:lvl1pPr algn="l">
              <a:defRPr sz="2400" b="0"/>
            </a:lvl1pPr>
          </a:lstStyle>
          <a:p>
            <a:r>
              <a:rPr lang="en-US"/>
              <a:t>Click to edit Master title style</a:t>
            </a:r>
          </a:p>
        </p:txBody>
      </p:sp>
      <p:sp>
        <p:nvSpPr>
          <p:cNvPr id="3" name="Picture Placeholder 2"/>
          <p:cNvSpPr>
            <a:spLocks noGrp="1" noChangeAspect="1"/>
          </p:cNvSpPr>
          <p:nvPr>
            <p:ph type="pic" idx="1"/>
          </p:nvPr>
        </p:nvSpPr>
        <p:spPr>
          <a:xfrm>
            <a:off x="19796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a:p>
        </p:txBody>
      </p:sp>
      <p:sp>
        <p:nvSpPr>
          <p:cNvPr id="4" name="Text Placeholder 3"/>
          <p:cNvSpPr>
            <a:spLocks noGrp="1"/>
          </p:cNvSpPr>
          <p:nvPr>
            <p:ph type="body" sz="half" idx="2"/>
          </p:nvPr>
        </p:nvSpPr>
        <p:spPr>
          <a:xfrm>
            <a:off x="1141413" y="5299603"/>
            <a:ext cx="9906000" cy="493712"/>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5/22/25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41569937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2" y="609601"/>
            <a:ext cx="9905999" cy="3124199"/>
          </a:xfrm>
        </p:spPr>
        <p:txBody>
          <a:bodyPr anchor="ctr">
            <a:normAutofit/>
          </a:bodyPr>
          <a:lstStyle>
            <a:lvl1pPr algn="l">
              <a:defRPr sz="3200" b="0" cap="all"/>
            </a:lvl1pPr>
          </a:lstStyle>
          <a:p>
            <a:r>
              <a:rPr lang="en-US"/>
              <a:t>Click to edit Master title style</a:t>
            </a:r>
          </a:p>
        </p:txBody>
      </p:sp>
      <p:sp>
        <p:nvSpPr>
          <p:cNvPr id="3" name="Text Placeholder 2"/>
          <p:cNvSpPr>
            <a:spLocks noGrp="1"/>
          </p:cNvSpPr>
          <p:nvPr>
            <p:ph type="body" idx="1"/>
          </p:nvPr>
        </p:nvSpPr>
        <p:spPr>
          <a:xfrm>
            <a:off x="1141411" y="4343400"/>
            <a:ext cx="9906000"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52064004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836612"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accent1"/>
                </a:solidFill>
              </a:rPr>
              <a:t>“</a:t>
            </a:r>
          </a:p>
        </p:txBody>
      </p:sp>
      <p:sp>
        <p:nvSpPr>
          <p:cNvPr id="15" name="TextBox 14"/>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accent1"/>
                </a:solidFill>
              </a:rPr>
              <a:t>”</a:t>
            </a:r>
          </a:p>
        </p:txBody>
      </p:sp>
      <p:sp>
        <p:nvSpPr>
          <p:cNvPr id="2" name="Title 1"/>
          <p:cNvSpPr>
            <a:spLocks noGrp="1"/>
          </p:cNvSpPr>
          <p:nvPr>
            <p:ph type="title"/>
          </p:nvPr>
        </p:nvSpPr>
        <p:spPr>
          <a:xfrm>
            <a:off x="1446213" y="609601"/>
            <a:ext cx="9296398" cy="2743199"/>
          </a:xfrm>
        </p:spPr>
        <p:txBody>
          <a:bodyPr anchor="ctr">
            <a:normAutofit/>
          </a:bodyPr>
          <a:lstStyle>
            <a:lvl1pPr algn="l">
              <a:defRPr sz="3200" b="0" cap="all">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1674812" y="3352800"/>
            <a:ext cx="8839202"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141411" y="4343400"/>
            <a:ext cx="9906000"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63463007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2" y="3308581"/>
            <a:ext cx="9906000" cy="1468800"/>
          </a:xfrm>
        </p:spPr>
        <p:txBody>
          <a:bodyPr anchor="b">
            <a:normAutofit/>
          </a:bodyPr>
          <a:lstStyle>
            <a:lvl1pPr algn="l">
              <a:defRPr sz="3200" b="0" cap="all"/>
            </a:lvl1pPr>
          </a:lstStyle>
          <a:p>
            <a:r>
              <a:rPr lang="en-US"/>
              <a:t>Click to edit Master title style</a:t>
            </a:r>
          </a:p>
        </p:txBody>
      </p:sp>
      <p:sp>
        <p:nvSpPr>
          <p:cNvPr id="3" name="Text Placeholder 2"/>
          <p:cNvSpPr>
            <a:spLocks noGrp="1"/>
          </p:cNvSpPr>
          <p:nvPr>
            <p:ph type="body" idx="1"/>
          </p:nvPr>
        </p:nvSpPr>
        <p:spPr>
          <a:xfrm>
            <a:off x="1141410" y="4777381"/>
            <a:ext cx="9906001"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42492566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836612"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accent1"/>
                </a:solidFill>
              </a:rPr>
              <a:t>“</a:t>
            </a:r>
          </a:p>
        </p:txBody>
      </p:sp>
      <p:sp>
        <p:nvSpPr>
          <p:cNvPr id="15" name="TextBox 14"/>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accent1"/>
                </a:solidFill>
              </a:rPr>
              <a:t>”</a:t>
            </a:r>
          </a:p>
        </p:txBody>
      </p:sp>
      <p:sp>
        <p:nvSpPr>
          <p:cNvPr id="2" name="Title 1"/>
          <p:cNvSpPr>
            <a:spLocks noGrp="1"/>
          </p:cNvSpPr>
          <p:nvPr>
            <p:ph type="title"/>
          </p:nvPr>
        </p:nvSpPr>
        <p:spPr>
          <a:xfrm>
            <a:off x="1446213" y="609601"/>
            <a:ext cx="9296398" cy="2743199"/>
          </a:xfrm>
        </p:spPr>
        <p:txBody>
          <a:bodyPr anchor="ctr">
            <a:normAutofit/>
          </a:bodyPr>
          <a:lstStyle>
            <a:lvl1pPr algn="l">
              <a:defRPr sz="3200" b="0" cap="all">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1141412" y="3886200"/>
            <a:ext cx="9906000" cy="889000"/>
          </a:xfrm>
        </p:spPr>
        <p:txBody>
          <a:bodyPr vert="horz" lIns="91440" tIns="45720" rIns="91440" bIns="45720" rtlCol="0" anchor="b">
            <a:normAutofit/>
          </a:bodyPr>
          <a:lstStyle>
            <a:lvl1pPr>
              <a:buNone/>
              <a:defRPr lang="en-US" sz="2400" b="0" cap="all" dirty="0">
                <a:ln w="3175" cmpd="sng">
                  <a:noFill/>
                </a:ln>
                <a:solidFill>
                  <a:schemeClr val="accent1"/>
                </a:soli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41411" y="4775200"/>
            <a:ext cx="9906000" cy="10160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12432388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141412" y="609601"/>
            <a:ext cx="9905999" cy="2743199"/>
          </a:xfrm>
        </p:spPr>
        <p:txBody>
          <a:bodyPr vert="horz" lIns="91440" tIns="45720" rIns="91440" bIns="45720" rtlCol="0" anchor="ctr">
            <a:normAutofit/>
          </a:bodyPr>
          <a:lstStyle>
            <a:lvl1pPr>
              <a:defRPr lang="en-US" b="0" dirty="0"/>
            </a:lvl1pPr>
          </a:lstStyle>
          <a:p>
            <a:pPr marL="0" lvl="0"/>
            <a:r>
              <a:rPr lang="en-US"/>
              <a:t>Click to edit Master title style</a:t>
            </a:r>
          </a:p>
        </p:txBody>
      </p:sp>
      <p:sp>
        <p:nvSpPr>
          <p:cNvPr id="10" name="Text Placeholder 9"/>
          <p:cNvSpPr>
            <a:spLocks noGrp="1"/>
          </p:cNvSpPr>
          <p:nvPr>
            <p:ph type="body" sz="quarter" idx="13"/>
          </p:nvPr>
        </p:nvSpPr>
        <p:spPr>
          <a:xfrm>
            <a:off x="1141412" y="3505200"/>
            <a:ext cx="9906000" cy="838200"/>
          </a:xfrm>
        </p:spPr>
        <p:txBody>
          <a:bodyPr vert="horz" lIns="91440" tIns="45720" rIns="91440" bIns="45720" rtlCol="0" anchor="b">
            <a:normAutofit/>
          </a:bodyPr>
          <a:lstStyle>
            <a:lvl1pPr>
              <a:buNone/>
              <a:defRPr lang="en-US" sz="2800" b="0" cap="all" dirty="0">
                <a:ln w="3175" cmpd="sng">
                  <a:noFill/>
                </a:ln>
                <a:solidFill>
                  <a:schemeClr val="tx1"/>
                </a:soli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41411" y="4343400"/>
            <a:ext cx="9906000"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27031040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7" name="Title 1"/>
          <p:cNvSpPr>
            <a:spLocks noGrp="1"/>
          </p:cNvSpPr>
          <p:nvPr>
            <p:ph type="title"/>
          </p:nvPr>
        </p:nvSpPr>
        <p:spPr>
          <a:xfrm>
            <a:off x="1141413" y="609600"/>
            <a:ext cx="9905998" cy="1905000"/>
          </a:xfrm>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5/22/25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43180747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6898" y="609599"/>
            <a:ext cx="2210514" cy="5181601"/>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141412" y="609600"/>
            <a:ext cx="7543800"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5/22/25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7240654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Title_Only">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9A223F9-C5CF-D745-BDCE-40996D9891D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D369CE8-1E88-A946-A2FD-A59A617E4FED}"/>
              </a:ext>
              <a:ext uri="{C183D7F6-B498-43B3-948B-1728B52AA6E4}">
                <adec:decorative xmlns:adec="http://schemas.microsoft.com/office/drawing/2017/decorative" val="1"/>
              </a:ext>
            </a:extLst>
          </p:cNvPr>
          <p:cNvSpPr>
            <a:spLocks noGrp="1"/>
          </p:cNvSpPr>
          <p:nvPr>
            <p:ph type="dt" sz="half" idx="10"/>
          </p:nvPr>
        </p:nvSpPr>
        <p:spPr/>
        <p:txBody>
          <a:bodyPr/>
          <a:lstStyle/>
          <a:p>
            <a:fld id="{3FD94470-A0E2-47D9-835D-A70369D3D28C}" type="datetimeFigureOut">
              <a:rPr lang="en-CA" smtClean="0"/>
              <a:t>2025-05-22</a:t>
            </a:fld>
            <a:endParaRPr lang="en-CA"/>
          </a:p>
        </p:txBody>
      </p:sp>
    </p:spTree>
    <p:extLst>
      <p:ext uri="{BB962C8B-B14F-4D97-AF65-F5344CB8AC3E}">
        <p14:creationId xmlns:p14="http://schemas.microsoft.com/office/powerpoint/2010/main" val="49427117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STATEMENT">
    <p:spTree>
      <p:nvGrpSpPr>
        <p:cNvPr id="1" name=""/>
        <p:cNvGrpSpPr/>
        <p:nvPr/>
      </p:nvGrpSpPr>
      <p:grpSpPr>
        <a:xfrm>
          <a:off x="0" y="0"/>
          <a:ext cx="0" cy="0"/>
          <a:chOff x="0" y="0"/>
          <a:chExt cx="0" cy="0"/>
        </a:xfrm>
      </p:grpSpPr>
      <p:sp>
        <p:nvSpPr>
          <p:cNvPr id="5" name="Footer Placeholder 6" hidden="1"/>
          <p:cNvSpPr txBox="1">
            <a:spLocks/>
          </p:cNvSpPr>
          <p:nvPr userDrawn="1"/>
        </p:nvSpPr>
        <p:spPr>
          <a:xfrm>
            <a:off x="10529456" y="6553200"/>
            <a:ext cx="1663691" cy="30480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00">
                <a:solidFill>
                  <a:srgbClr val="666666"/>
                </a:solidFill>
              </a:rPr>
              <a:t>MICROSOFT CONFIDENTIAL</a:t>
            </a:r>
          </a:p>
        </p:txBody>
      </p:sp>
      <p:sp>
        <p:nvSpPr>
          <p:cNvPr id="15" name="Text Placeholder 3"/>
          <p:cNvSpPr>
            <a:spLocks noGrp="1"/>
          </p:cNvSpPr>
          <p:nvPr>
            <p:ph idx="1" hasCustomPrompt="1"/>
          </p:nvPr>
        </p:nvSpPr>
        <p:spPr>
          <a:xfrm>
            <a:off x="457200" y="457200"/>
            <a:ext cx="11277599" cy="5638800"/>
          </a:xfrm>
          <a:prstGeom prst="rect">
            <a:avLst/>
          </a:prstGeom>
        </p:spPr>
        <p:txBody>
          <a:bodyPr vert="horz" lIns="0" tIns="0" rIns="0" bIns="91440" rtlCol="0" anchor="ctr" anchorCtr="0">
            <a:normAutofit/>
          </a:bodyPr>
          <a:lstStyle>
            <a:lvl1pPr>
              <a:lnSpc>
                <a:spcPct val="110000"/>
              </a:lnSpc>
              <a:defRPr sz="4400" b="1" i="0">
                <a:solidFill>
                  <a:schemeClr val="tx1"/>
                </a:solidFill>
                <a:latin typeface="Segoe UI Semibold" panose="020B0702040204020203" pitchFamily="34" charset="0"/>
                <a:ea typeface="Segoe UI Semibold" panose="020B0702040204020203" pitchFamily="34" charset="0"/>
                <a:cs typeface="Segoe UI Semibold" panose="020B0702040204020203" pitchFamily="34" charset="0"/>
              </a:defRPr>
            </a:lvl1pPr>
            <a:lvl2pPr>
              <a:lnSpc>
                <a:spcPct val="110000"/>
              </a:lnSpc>
              <a:defRPr sz="2400" b="0" i="0">
                <a:solidFill>
                  <a:schemeClr val="tx1"/>
                </a:solidFill>
                <a:latin typeface="Segoe UI" panose="020B0502040204020203" pitchFamily="34" charset="0"/>
                <a:ea typeface="Segoe UI" panose="020B0502040204020203" pitchFamily="34" charset="0"/>
                <a:cs typeface="Segoe UI" panose="020B0502040204020203" pitchFamily="34" charset="0"/>
              </a:defRPr>
            </a:lvl2pPr>
            <a:lvl3pPr>
              <a:lnSpc>
                <a:spcPct val="110000"/>
              </a:lnSpc>
              <a:defRPr sz="2400" b="0" i="0">
                <a:solidFill>
                  <a:schemeClr val="tx1"/>
                </a:solidFill>
                <a:latin typeface="Segoe UI" panose="020B0502040204020203" pitchFamily="34" charset="0"/>
                <a:ea typeface="Segoe UI" panose="020B0502040204020203" pitchFamily="34" charset="0"/>
                <a:cs typeface="Segoe UI" panose="020B0502040204020203" pitchFamily="34" charset="0"/>
              </a:defRPr>
            </a:lvl3pPr>
            <a:lvl4pPr>
              <a:defRPr>
                <a:solidFill>
                  <a:schemeClr val="bg2">
                    <a:lumMod val="60000"/>
                    <a:lumOff val="40000"/>
                  </a:schemeClr>
                </a:solidFill>
              </a:defRPr>
            </a:lvl4pPr>
          </a:lstStyle>
          <a:p>
            <a:pPr lvl="0"/>
            <a:r>
              <a:rPr lang="en-US" dirty="0"/>
              <a:t>Click to edit Subhead Master text styles</a:t>
            </a:r>
          </a:p>
          <a:p>
            <a:pPr lvl="1"/>
            <a:r>
              <a:rPr lang="en-US" dirty="0"/>
              <a:t>Second level</a:t>
            </a:r>
          </a:p>
          <a:p>
            <a:pPr lvl="2"/>
            <a:r>
              <a:rPr lang="en-US" dirty="0"/>
              <a:t>Third level</a:t>
            </a:r>
          </a:p>
        </p:txBody>
      </p:sp>
      <p:sp>
        <p:nvSpPr>
          <p:cNvPr id="2" name="Slide Number Placeholder 1">
            <a:extLst>
              <a:ext uri="{FF2B5EF4-FFF2-40B4-BE49-F238E27FC236}">
                <a16:creationId xmlns:a16="http://schemas.microsoft.com/office/drawing/2014/main" id="{9FF4F531-1753-1544-8A42-F788362A04E3}"/>
              </a:ext>
            </a:extLst>
          </p:cNvPr>
          <p:cNvSpPr>
            <a:spLocks noGrp="1"/>
          </p:cNvSpPr>
          <p:nvPr>
            <p:ph type="sldNum" sz="quarter" idx="28"/>
          </p:nvPr>
        </p:nvSpPr>
        <p:spPr/>
        <p:txBody>
          <a:bodyPr/>
          <a:lstStyle/>
          <a:p>
            <a:fld id="{529AFA16-AEC4-7D4A-82F3-BDAE8E49079E}" type="slidenum">
              <a:rPr lang="en-US" smtClean="0"/>
              <a:pPr/>
              <a:t>‹#›</a:t>
            </a:fld>
            <a:endParaRPr lang="en-US"/>
          </a:p>
        </p:txBody>
      </p:sp>
    </p:spTree>
    <p:extLst>
      <p:ext uri="{BB962C8B-B14F-4D97-AF65-F5344CB8AC3E}">
        <p14:creationId xmlns:p14="http://schemas.microsoft.com/office/powerpoint/2010/main" val="380508871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Content">
    <p:spTree>
      <p:nvGrpSpPr>
        <p:cNvPr id="1" name=""/>
        <p:cNvGrpSpPr/>
        <p:nvPr/>
      </p:nvGrpSpPr>
      <p:grpSpPr>
        <a:xfrm>
          <a:off x="0" y="0"/>
          <a:ext cx="0" cy="0"/>
          <a:chOff x="0" y="0"/>
          <a:chExt cx="0" cy="0"/>
        </a:xfrm>
      </p:grpSpPr>
      <p:sp>
        <p:nvSpPr>
          <p:cNvPr id="5" name="Footer Placeholder 6" hidden="1"/>
          <p:cNvSpPr txBox="1">
            <a:spLocks/>
          </p:cNvSpPr>
          <p:nvPr/>
        </p:nvSpPr>
        <p:spPr>
          <a:xfrm>
            <a:off x="10529456" y="6553200"/>
            <a:ext cx="1663691" cy="30480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00">
                <a:solidFill>
                  <a:srgbClr val="666666"/>
                </a:solidFill>
              </a:rPr>
              <a:t>MICROSOFT CONFIDENTIAL</a:t>
            </a:r>
          </a:p>
        </p:txBody>
      </p:sp>
      <p:sp>
        <p:nvSpPr>
          <p:cNvPr id="12" name="Title Placeholder 2">
            <a:extLst>
              <a:ext uri="{FF2B5EF4-FFF2-40B4-BE49-F238E27FC236}">
                <a16:creationId xmlns:a16="http://schemas.microsoft.com/office/drawing/2014/main" id="{E901D344-ED89-49CF-99A7-86594AEA4B3F}"/>
              </a:ext>
            </a:extLst>
          </p:cNvPr>
          <p:cNvSpPr>
            <a:spLocks noGrp="1"/>
          </p:cNvSpPr>
          <p:nvPr>
            <p:ph type="title"/>
          </p:nvPr>
        </p:nvSpPr>
        <p:spPr>
          <a:xfrm>
            <a:off x="457200" y="457200"/>
            <a:ext cx="11277599" cy="635000"/>
          </a:xfrm>
          <a:prstGeom prst="rect">
            <a:avLst/>
          </a:prstGeom>
        </p:spPr>
        <p:txBody>
          <a:bodyPr vert="horz" lIns="0" tIns="0" rIns="0" bIns="0" rtlCol="0" anchor="t">
            <a:normAutofit/>
          </a:bodyPr>
          <a:lstStyle>
            <a:lvl1pPr>
              <a:defRPr sz="4400" b="1" i="0">
                <a:solidFill>
                  <a:schemeClr val="tx1"/>
                </a:solidFill>
                <a:latin typeface="Segoe UI Semibold" panose="020B0702040204020203" pitchFamily="34" charset="0"/>
                <a:ea typeface="Segoe UI Semibold" panose="020B0702040204020203" pitchFamily="34" charset="0"/>
                <a:cs typeface="Segoe UI Semibold" panose="020B0702040204020203" pitchFamily="34" charset="0"/>
              </a:defRPr>
            </a:lvl1pPr>
          </a:lstStyle>
          <a:p>
            <a:r>
              <a:rPr lang="en-US" dirty="0"/>
              <a:t>Click to edit Master title style</a:t>
            </a:r>
          </a:p>
        </p:txBody>
      </p:sp>
      <p:sp>
        <p:nvSpPr>
          <p:cNvPr id="6" name="Subtitle 2">
            <a:extLst>
              <a:ext uri="{FF2B5EF4-FFF2-40B4-BE49-F238E27FC236}">
                <a16:creationId xmlns:a16="http://schemas.microsoft.com/office/drawing/2014/main" id="{BA99162F-3F7B-2242-A1B2-486A63B6C5DF}"/>
              </a:ext>
            </a:extLst>
          </p:cNvPr>
          <p:cNvSpPr>
            <a:spLocks noGrp="1"/>
          </p:cNvSpPr>
          <p:nvPr>
            <p:ph type="subTitle" idx="27"/>
          </p:nvPr>
        </p:nvSpPr>
        <p:spPr>
          <a:xfrm>
            <a:off x="457200" y="1051560"/>
            <a:ext cx="11277600" cy="685800"/>
          </a:xfrm>
        </p:spPr>
        <p:txBody>
          <a:bodyPr/>
          <a:lstStyle>
            <a:lvl1pPr marL="0" indent="0" algn="l">
              <a:buNone/>
              <a:defRPr sz="2400" b="1" i="0" spc="-60" baseline="0">
                <a:latin typeface="Segoe UI Semibold" charset="0"/>
                <a:ea typeface="Segoe UI Semibold" charset="0"/>
                <a:cs typeface="Segoe UI Semibold"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 name="Slide Number Placeholder 1">
            <a:extLst>
              <a:ext uri="{FF2B5EF4-FFF2-40B4-BE49-F238E27FC236}">
                <a16:creationId xmlns:a16="http://schemas.microsoft.com/office/drawing/2014/main" id="{9FF4F531-1753-1544-8A42-F788362A04E3}"/>
              </a:ext>
            </a:extLst>
          </p:cNvPr>
          <p:cNvSpPr>
            <a:spLocks noGrp="1"/>
          </p:cNvSpPr>
          <p:nvPr>
            <p:ph type="sldNum" sz="quarter" idx="28"/>
          </p:nvPr>
        </p:nvSpPr>
        <p:spPr/>
        <p:txBody>
          <a:bodyPr/>
          <a:lstStyle/>
          <a:p>
            <a:fld id="{529AFA16-AEC4-7D4A-82F3-BDAE8E49079E}" type="slidenum">
              <a:rPr lang="en-US" smtClean="0"/>
              <a:pPr/>
              <a:t>‹#›</a:t>
            </a:fld>
            <a:endParaRPr lang="en-US"/>
          </a:p>
        </p:txBody>
      </p:sp>
      <p:sp>
        <p:nvSpPr>
          <p:cNvPr id="7" name="Footer Placeholder 6" hidden="1">
            <a:extLst>
              <a:ext uri="{FF2B5EF4-FFF2-40B4-BE49-F238E27FC236}">
                <a16:creationId xmlns:a16="http://schemas.microsoft.com/office/drawing/2014/main" id="{288157B8-476F-EA4F-A047-5A8BD09DED6D}"/>
              </a:ext>
            </a:extLst>
          </p:cNvPr>
          <p:cNvSpPr txBox="1">
            <a:spLocks/>
          </p:cNvSpPr>
          <p:nvPr userDrawn="1"/>
        </p:nvSpPr>
        <p:spPr>
          <a:xfrm>
            <a:off x="10529456" y="6553200"/>
            <a:ext cx="1663691" cy="30480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00">
                <a:solidFill>
                  <a:srgbClr val="666666"/>
                </a:solidFill>
              </a:rPr>
              <a:t>MICROSOFT CONFIDENTIAL</a:t>
            </a:r>
          </a:p>
        </p:txBody>
      </p:sp>
      <p:sp>
        <p:nvSpPr>
          <p:cNvPr id="10" name="Text Placeholder 3">
            <a:extLst>
              <a:ext uri="{FF2B5EF4-FFF2-40B4-BE49-F238E27FC236}">
                <a16:creationId xmlns:a16="http://schemas.microsoft.com/office/drawing/2014/main" id="{9113A430-F6A1-4E86-9240-781A33179C75}"/>
              </a:ext>
            </a:extLst>
          </p:cNvPr>
          <p:cNvSpPr>
            <a:spLocks noGrp="1"/>
          </p:cNvSpPr>
          <p:nvPr>
            <p:ph idx="32"/>
          </p:nvPr>
        </p:nvSpPr>
        <p:spPr>
          <a:xfrm>
            <a:off x="457200" y="1866900"/>
            <a:ext cx="11277599" cy="4514047"/>
          </a:xfrm>
          <a:prstGeom prst="rect">
            <a:avLst/>
          </a:prstGeom>
        </p:spPr>
        <p:txBody>
          <a:bodyPr vert="horz" wrap="square" lIns="0" tIns="0" rIns="0" bIns="0" rtlCol="0">
            <a:noAutofit/>
          </a:bodyPr>
          <a:lstStyle/>
          <a:p>
            <a:pPr lvl="0"/>
            <a:r>
              <a:rPr lang="en-US"/>
              <a:t>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420537814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2-column">
    <p:spTree>
      <p:nvGrpSpPr>
        <p:cNvPr id="1" name=""/>
        <p:cNvGrpSpPr/>
        <p:nvPr/>
      </p:nvGrpSpPr>
      <p:grpSpPr>
        <a:xfrm>
          <a:off x="0" y="0"/>
          <a:ext cx="0" cy="0"/>
          <a:chOff x="0" y="0"/>
          <a:chExt cx="0" cy="0"/>
        </a:xfrm>
      </p:grpSpPr>
      <p:sp>
        <p:nvSpPr>
          <p:cNvPr id="11" name="Title Placeholder 2">
            <a:extLst>
              <a:ext uri="{FF2B5EF4-FFF2-40B4-BE49-F238E27FC236}">
                <a16:creationId xmlns:a16="http://schemas.microsoft.com/office/drawing/2014/main" id="{9AFD44FB-5EE2-4D3E-9C7F-A0CA74B39F11}"/>
              </a:ext>
            </a:extLst>
          </p:cNvPr>
          <p:cNvSpPr>
            <a:spLocks noGrp="1"/>
          </p:cNvSpPr>
          <p:nvPr>
            <p:ph type="title"/>
          </p:nvPr>
        </p:nvSpPr>
        <p:spPr>
          <a:xfrm>
            <a:off x="457200" y="457200"/>
            <a:ext cx="11277599" cy="594360"/>
          </a:xfrm>
          <a:prstGeom prst="rect">
            <a:avLst/>
          </a:prstGeom>
        </p:spPr>
        <p:txBody>
          <a:bodyPr vert="horz" lIns="0" tIns="0" rIns="0" bIns="0" rtlCol="0" anchor="t">
            <a:normAutofit/>
          </a:bodyPr>
          <a:lstStyle>
            <a:lvl1pPr>
              <a:defRPr sz="4400" b="1" i="0">
                <a:solidFill>
                  <a:schemeClr val="tx1"/>
                </a:solidFill>
                <a:latin typeface="Segoe Pro Semibold" charset="0"/>
                <a:ea typeface="Segoe Pro Semibold" charset="0"/>
                <a:cs typeface="Segoe Pro Semibold" charset="0"/>
              </a:defRPr>
            </a:lvl1pPr>
          </a:lstStyle>
          <a:p>
            <a:r>
              <a:rPr lang="en-US"/>
              <a:t>Click to edit Master title style</a:t>
            </a:r>
          </a:p>
        </p:txBody>
      </p:sp>
      <p:sp>
        <p:nvSpPr>
          <p:cNvPr id="6" name="Subtitle 2">
            <a:extLst>
              <a:ext uri="{FF2B5EF4-FFF2-40B4-BE49-F238E27FC236}">
                <a16:creationId xmlns:a16="http://schemas.microsoft.com/office/drawing/2014/main" id="{AC21BB0E-11FF-4849-A437-1A08AE905469}"/>
              </a:ext>
            </a:extLst>
          </p:cNvPr>
          <p:cNvSpPr>
            <a:spLocks noGrp="1"/>
          </p:cNvSpPr>
          <p:nvPr>
            <p:ph type="subTitle" idx="27"/>
          </p:nvPr>
        </p:nvSpPr>
        <p:spPr>
          <a:xfrm>
            <a:off x="457200" y="1051560"/>
            <a:ext cx="11277600" cy="685800"/>
          </a:xfrm>
        </p:spPr>
        <p:txBody>
          <a:bodyPr/>
          <a:lstStyle>
            <a:lvl1pPr marL="0" indent="0" algn="l">
              <a:buNone/>
              <a:defRPr sz="2400" b="1" i="0" spc="-60" baseline="0">
                <a:latin typeface="Segoe UI Semibold" charset="0"/>
                <a:ea typeface="Segoe UI Semibold" charset="0"/>
                <a:cs typeface="Segoe UI Semibold"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 name="Slide Number Placeholder 1">
            <a:extLst>
              <a:ext uri="{FF2B5EF4-FFF2-40B4-BE49-F238E27FC236}">
                <a16:creationId xmlns:a16="http://schemas.microsoft.com/office/drawing/2014/main" id="{6E8743FE-41B9-984E-A69D-ECABFEB0E741}"/>
              </a:ext>
            </a:extLst>
          </p:cNvPr>
          <p:cNvSpPr>
            <a:spLocks noGrp="1"/>
          </p:cNvSpPr>
          <p:nvPr>
            <p:ph type="sldNum" sz="quarter" idx="32"/>
          </p:nvPr>
        </p:nvSpPr>
        <p:spPr/>
        <p:txBody>
          <a:bodyPr/>
          <a:lstStyle/>
          <a:p>
            <a:fld id="{BEB35CCB-FF49-4788-B761-7608AB55A0BC}" type="slidenum">
              <a:rPr lang="en-US" smtClean="0"/>
              <a:t>‹#›</a:t>
            </a:fld>
            <a:endParaRPr lang="en-US"/>
          </a:p>
        </p:txBody>
      </p:sp>
      <p:sp>
        <p:nvSpPr>
          <p:cNvPr id="10" name="Text Placeholder 3">
            <a:extLst>
              <a:ext uri="{FF2B5EF4-FFF2-40B4-BE49-F238E27FC236}">
                <a16:creationId xmlns:a16="http://schemas.microsoft.com/office/drawing/2014/main" id="{527732AA-D7B1-48A6-8C12-8974C5F0A104}"/>
              </a:ext>
            </a:extLst>
          </p:cNvPr>
          <p:cNvSpPr>
            <a:spLocks noGrp="1"/>
          </p:cNvSpPr>
          <p:nvPr>
            <p:ph idx="26"/>
          </p:nvPr>
        </p:nvSpPr>
        <p:spPr>
          <a:xfrm>
            <a:off x="6111904" y="1866900"/>
            <a:ext cx="5622896" cy="4514047"/>
          </a:xfrm>
          <a:prstGeom prst="rect">
            <a:avLst/>
          </a:prstGeom>
        </p:spPr>
        <p:txBody>
          <a:bodyPr vert="horz" wrap="square"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3">
            <a:extLst>
              <a:ext uri="{FF2B5EF4-FFF2-40B4-BE49-F238E27FC236}">
                <a16:creationId xmlns:a16="http://schemas.microsoft.com/office/drawing/2014/main" id="{C3475C84-786C-409E-B9CE-2261308DA6EF}"/>
              </a:ext>
            </a:extLst>
          </p:cNvPr>
          <p:cNvSpPr>
            <a:spLocks noGrp="1"/>
          </p:cNvSpPr>
          <p:nvPr>
            <p:ph idx="33"/>
          </p:nvPr>
        </p:nvSpPr>
        <p:spPr>
          <a:xfrm>
            <a:off x="465151" y="1866900"/>
            <a:ext cx="5646753" cy="4514047"/>
          </a:xfrm>
          <a:prstGeom prst="rect">
            <a:avLst/>
          </a:prstGeom>
        </p:spPr>
        <p:txBody>
          <a:bodyPr vert="horz" wrap="square"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90485981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cSld name="Content Small Title">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800"/>
            </a:lvl1pPr>
          </a:lstStyle>
          <a:p>
            <a:r>
              <a:rPr lang="en-US" dirty="0"/>
              <a:t>Click to edit Master title style</a:t>
            </a:r>
          </a:p>
        </p:txBody>
      </p:sp>
      <p:sp>
        <p:nvSpPr>
          <p:cNvPr id="6" name="Slide Number Placeholder 5">
            <a:extLst>
              <a:ext uri="{FF2B5EF4-FFF2-40B4-BE49-F238E27FC236}">
                <a16:creationId xmlns:a16="http://schemas.microsoft.com/office/drawing/2014/main" id="{AF9386A6-1B24-F24E-ACF1-EA03F8741407}"/>
              </a:ext>
            </a:extLst>
          </p:cNvPr>
          <p:cNvSpPr>
            <a:spLocks noGrp="1"/>
          </p:cNvSpPr>
          <p:nvPr>
            <p:ph type="sldNum" sz="quarter" idx="28"/>
          </p:nvPr>
        </p:nvSpPr>
        <p:spPr/>
        <p:txBody>
          <a:bodyPr/>
          <a:lstStyle/>
          <a:p>
            <a:fld id="{529AFA16-AEC4-7D4A-82F3-BDAE8E49079E}" type="slidenum">
              <a:rPr lang="en-US" smtClean="0"/>
              <a:pPr/>
              <a:t>‹#›</a:t>
            </a:fld>
            <a:endParaRPr lang="en-US"/>
          </a:p>
        </p:txBody>
      </p:sp>
    </p:spTree>
    <p:extLst>
      <p:ext uri="{BB962C8B-B14F-4D97-AF65-F5344CB8AC3E}">
        <p14:creationId xmlns:p14="http://schemas.microsoft.com/office/powerpoint/2010/main" val="3656493970"/>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cSld name="Title + Sub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457201"/>
            <a:ext cx="11277599" cy="594360"/>
          </a:xfrm>
        </p:spPr>
        <p:txBody>
          <a:bodyPr>
            <a:normAutofit/>
          </a:bodyPr>
          <a:lstStyle>
            <a:lvl1pPr>
              <a:defRPr sz="4400"/>
            </a:lvl1pPr>
          </a:lstStyle>
          <a:p>
            <a:r>
              <a:rPr lang="en-US"/>
              <a:t>Click to edit Master title style</a:t>
            </a:r>
          </a:p>
        </p:txBody>
      </p:sp>
      <p:sp>
        <p:nvSpPr>
          <p:cNvPr id="5" name="Subtitle 2">
            <a:extLst>
              <a:ext uri="{FF2B5EF4-FFF2-40B4-BE49-F238E27FC236}">
                <a16:creationId xmlns:a16="http://schemas.microsoft.com/office/drawing/2014/main" id="{7D5C19BA-6DD0-2341-932F-962FA328D5D7}"/>
              </a:ext>
            </a:extLst>
          </p:cNvPr>
          <p:cNvSpPr>
            <a:spLocks noGrp="1"/>
          </p:cNvSpPr>
          <p:nvPr>
            <p:ph type="subTitle" idx="27"/>
          </p:nvPr>
        </p:nvSpPr>
        <p:spPr>
          <a:xfrm>
            <a:off x="457200" y="1051560"/>
            <a:ext cx="11277600" cy="685800"/>
          </a:xfrm>
        </p:spPr>
        <p:txBody>
          <a:bodyPr/>
          <a:lstStyle>
            <a:lvl1pPr marL="0" indent="0" algn="l">
              <a:buNone/>
              <a:defRPr sz="2400" b="1" i="0" spc="-60" baseline="0">
                <a:latin typeface="Segoe UI Semibold" charset="0"/>
                <a:ea typeface="Segoe UI Semibold" charset="0"/>
                <a:cs typeface="Segoe UI Semibold"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6" name="Slide Number Placeholder 5">
            <a:extLst>
              <a:ext uri="{FF2B5EF4-FFF2-40B4-BE49-F238E27FC236}">
                <a16:creationId xmlns:a16="http://schemas.microsoft.com/office/drawing/2014/main" id="{AF9386A6-1B24-F24E-ACF1-EA03F8741407}"/>
              </a:ext>
            </a:extLst>
          </p:cNvPr>
          <p:cNvSpPr>
            <a:spLocks noGrp="1"/>
          </p:cNvSpPr>
          <p:nvPr>
            <p:ph type="sldNum" sz="quarter" idx="28"/>
          </p:nvPr>
        </p:nvSpPr>
        <p:spPr/>
        <p:txBody>
          <a:bodyPr/>
          <a:lstStyle/>
          <a:p>
            <a:fld id="{529AFA16-AEC4-7D4A-82F3-BDAE8E49079E}" type="slidenum">
              <a:rPr lang="en-US" smtClean="0"/>
              <a:pPr/>
              <a:t>‹#›</a:t>
            </a:fld>
            <a:endParaRPr lang="en-US"/>
          </a:p>
        </p:txBody>
      </p:sp>
    </p:spTree>
    <p:extLst>
      <p:ext uri="{BB962C8B-B14F-4D97-AF65-F5344CB8AC3E}">
        <p14:creationId xmlns:p14="http://schemas.microsoft.com/office/powerpoint/2010/main" val="1725986842"/>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24" Type="http://schemas.openxmlformats.org/officeDocument/2006/relationships/theme" Target="../theme/theme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slideLayout" Target="../slideLayouts/slideLayout34.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C1CBCB5-F62F-435C-A913-4F0A4C74D61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4333D83-E0D0-4532-0F83-02459B69FC3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F98378-41B2-A437-33E7-ECD7AF4885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23D9698-1D11-1543-ADE1-5BEB9308551E}" type="datetimeFigureOut">
              <a:rPr lang="en-US" smtClean="0"/>
              <a:t>5/22/25</a:t>
            </a:fld>
            <a:endParaRPr lang="en-US"/>
          </a:p>
        </p:txBody>
      </p:sp>
      <p:sp>
        <p:nvSpPr>
          <p:cNvPr id="5" name="Footer Placeholder 4">
            <a:extLst>
              <a:ext uri="{FF2B5EF4-FFF2-40B4-BE49-F238E27FC236}">
                <a16:creationId xmlns:a16="http://schemas.microsoft.com/office/drawing/2014/main" id="{E05B905E-036D-43DB-2093-3A4826EFB9A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268D345-F4E0-7209-7AD7-621FD32146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061CCF4-0D91-3B47-AA6F-C4921ABA0D91}" type="slidenum">
              <a:rPr lang="en-US" smtClean="0"/>
              <a:t>‹#›</a:t>
            </a:fld>
            <a:endParaRPr lang="en-US"/>
          </a:p>
        </p:txBody>
      </p:sp>
    </p:spTree>
    <p:extLst>
      <p:ext uri="{BB962C8B-B14F-4D97-AF65-F5344CB8AC3E}">
        <p14:creationId xmlns:p14="http://schemas.microsoft.com/office/powerpoint/2010/main" val="35458432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141413" y="609600"/>
            <a:ext cx="9905998" cy="1905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1141413" y="2666999"/>
            <a:ext cx="9905998" cy="3124201"/>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a:t>
            </a:r>
          </a:p>
          <a:p>
            <a:pPr lvl="6"/>
            <a:r>
              <a:rPr lang="en-US"/>
              <a:t>Seven</a:t>
            </a:r>
          </a:p>
          <a:p>
            <a:pPr lvl="7"/>
            <a:r>
              <a:rPr lang="en-US"/>
              <a:t>Eight</a:t>
            </a:r>
          </a:p>
          <a:p>
            <a:pPr lvl="8"/>
            <a:r>
              <a:rPr lang="en-US"/>
              <a:t>nine</a:t>
            </a:r>
          </a:p>
        </p:txBody>
      </p:sp>
      <p:sp>
        <p:nvSpPr>
          <p:cNvPr id="4" name="Date Placeholder 3"/>
          <p:cNvSpPr>
            <a:spLocks noGrp="1"/>
          </p:cNvSpPr>
          <p:nvPr>
            <p:ph type="dt" sz="half" idx="2"/>
          </p:nvPr>
        </p:nvSpPr>
        <p:spPr>
          <a:xfrm>
            <a:off x="8837612" y="5883275"/>
            <a:ext cx="1600200" cy="365125"/>
          </a:xfrm>
          <a:prstGeom prst="rect">
            <a:avLst/>
          </a:prstGeom>
        </p:spPr>
        <p:txBody>
          <a:bodyPr vert="horz" lIns="91440" tIns="45720" rIns="91440" bIns="45720" rtlCol="0" anchor="ctr"/>
          <a:lstStyle>
            <a:lvl1pPr algn="r">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fld id="{B61BEF0D-F0BB-DE4B-95CE-6DB70DBA9567}" type="datetimeFigureOut">
              <a:rPr lang="en-US" dirty="0"/>
              <a:pPr/>
              <a:t>5/22/25</a:t>
            </a:fld>
            <a:endParaRPr lang="en-US"/>
          </a:p>
        </p:txBody>
      </p:sp>
      <p:sp>
        <p:nvSpPr>
          <p:cNvPr id="5" name="Footer Placeholder 4"/>
          <p:cNvSpPr>
            <a:spLocks noGrp="1"/>
          </p:cNvSpPr>
          <p:nvPr>
            <p:ph type="ftr" sz="quarter" idx="3"/>
          </p:nvPr>
        </p:nvSpPr>
        <p:spPr>
          <a:xfrm>
            <a:off x="1141412" y="5883275"/>
            <a:ext cx="7543800" cy="365125"/>
          </a:xfrm>
          <a:prstGeom prst="rect">
            <a:avLst/>
          </a:prstGeom>
        </p:spPr>
        <p:txBody>
          <a:bodyPr vert="horz" lIns="91440" tIns="45720" rIns="91440" bIns="45720" rtlCol="0" anchor="ctr"/>
          <a:lstStyle>
            <a:lvl1pPr algn="l">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en-US"/>
          </a:p>
        </p:txBody>
      </p:sp>
      <p:sp>
        <p:nvSpPr>
          <p:cNvPr id="6" name="Slide Number Placeholder 5"/>
          <p:cNvSpPr>
            <a:spLocks noGrp="1"/>
          </p:cNvSpPr>
          <p:nvPr>
            <p:ph type="sldNum" sz="quarter" idx="4"/>
          </p:nvPr>
        </p:nvSpPr>
        <p:spPr>
          <a:xfrm>
            <a:off x="10514012" y="5883275"/>
            <a:ext cx="551167" cy="365125"/>
          </a:xfrm>
          <a:prstGeom prst="rect">
            <a:avLst/>
          </a:prstGeom>
        </p:spPr>
        <p:txBody>
          <a:bodyPr vert="horz" lIns="91440" tIns="45720" rIns="91440" bIns="45720" rtlCol="0" anchor="ctr"/>
          <a:lstStyle>
            <a:lvl1pPr algn="r">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fld id="{D57F1E4F-1CFF-5643-939E-217C01CDF565}" type="slidenum">
              <a:rPr lang="en-US" dirty="0"/>
              <a:pPr/>
              <a:t>‹#›</a:t>
            </a:fld>
            <a:endParaRPr lang="en-US"/>
          </a:p>
        </p:txBody>
      </p:sp>
    </p:spTree>
    <p:extLst>
      <p:ext uri="{BB962C8B-B14F-4D97-AF65-F5344CB8AC3E}">
        <p14:creationId xmlns:p14="http://schemas.microsoft.com/office/powerpoint/2010/main" val="1209645407"/>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Lst>
  <p:txStyles>
    <p:titleStyle>
      <a:lvl1pPr algn="l" defTabSz="457200" rtl="0" eaLnBrk="1" latinLnBrk="0" hangingPunct="1">
        <a:spcBef>
          <a:spcPct val="0"/>
        </a:spcBef>
        <a:buNone/>
        <a:defRPr sz="3200" kern="1200" cap="all">
          <a:ln w="3175" cmpd="sng">
            <a:noFill/>
          </a:ln>
          <a:solidFill>
            <a:schemeClr val="accent1"/>
          </a:soli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00000"/>
        <a:buFont typeface="Arial"/>
        <a:buChar char="•"/>
        <a:defRPr sz="20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00000"/>
        <a:buFont typeface="Arial"/>
        <a:buChar char="•"/>
        <a:defRPr sz="18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00000"/>
        <a:buFont typeface="Arial"/>
        <a:buChar char="•"/>
        <a:defRPr sz="16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00000"/>
        <a:buFont typeface="Arial"/>
        <a:buChar char="•"/>
        <a:defRPr sz="14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00000"/>
        <a:buFont typeface="Arial"/>
        <a:buChar char="•"/>
        <a:defRPr sz="14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00000"/>
        <a:buFont typeface="Arial"/>
        <a:buChar char="•"/>
        <a:defRPr sz="12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00000"/>
        <a:buFont typeface="Arial"/>
        <a:buChar char="•"/>
        <a:defRPr sz="12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00000"/>
        <a:buFont typeface="Arial"/>
        <a:buChar char="•"/>
        <a:defRPr sz="12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00000"/>
        <a:buFont typeface="Arial"/>
        <a:buChar char="•"/>
        <a:defRPr sz="12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42.jp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49.jp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5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5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Grafik 3" descr="Ein Bild, das draußen, Gras, Himmel, Pflanze enthält.&#10;&#10;Beschreibung automatisch generiert.">
            <a:extLst>
              <a:ext uri="{FF2B5EF4-FFF2-40B4-BE49-F238E27FC236}">
                <a16:creationId xmlns:a16="http://schemas.microsoft.com/office/drawing/2014/main" id="{32CEF6C6-D0FB-C1E7-A808-E53736914C94}"/>
              </a:ext>
            </a:extLst>
          </p:cNvPr>
          <p:cNvPicPr>
            <a:picLocks noChangeAspect="1"/>
          </p:cNvPicPr>
          <p:nvPr/>
        </p:nvPicPr>
        <p:blipFill rotWithShape="1">
          <a:blip r:embed="rId3"/>
          <a:srcRect t="9091" r="13818"/>
          <a:stretch/>
        </p:blipFill>
        <p:spPr>
          <a:xfrm>
            <a:off x="3523488" y="10"/>
            <a:ext cx="8668512" cy="6857990"/>
          </a:xfrm>
          <a:prstGeom prst="rect">
            <a:avLst/>
          </a:prstGeom>
        </p:spPr>
      </p:pic>
      <p:sp>
        <p:nvSpPr>
          <p:cNvPr id="11" name="Rectangle 10">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p:cNvSpPr>
            <a:spLocks noGrp="1"/>
          </p:cNvSpPr>
          <p:nvPr>
            <p:ph type="ctrTitle"/>
          </p:nvPr>
        </p:nvSpPr>
        <p:spPr>
          <a:xfrm>
            <a:off x="477980" y="1122363"/>
            <a:ext cx="8668512" cy="3204134"/>
          </a:xfrm>
        </p:spPr>
        <p:txBody>
          <a:bodyPr anchor="b">
            <a:normAutofit/>
          </a:bodyPr>
          <a:lstStyle/>
          <a:p>
            <a:pPr algn="l"/>
            <a:r>
              <a:rPr lang="de-DE" sz="4000" dirty="0" err="1">
                <a:solidFill>
                  <a:schemeClr val="bg1"/>
                </a:solidFill>
                <a:cs typeface="Calibri Light"/>
              </a:rPr>
              <a:t>Navigating</a:t>
            </a:r>
            <a:r>
              <a:rPr lang="de-DE" sz="4000" dirty="0">
                <a:solidFill>
                  <a:schemeClr val="bg1"/>
                </a:solidFill>
                <a:cs typeface="Calibri Light"/>
              </a:rPr>
              <a:t> </a:t>
            </a:r>
            <a:r>
              <a:rPr lang="de-DE" sz="4000" dirty="0" err="1">
                <a:solidFill>
                  <a:schemeClr val="bg1"/>
                </a:solidFill>
                <a:cs typeface="Calibri Light"/>
              </a:rPr>
              <a:t>through</a:t>
            </a:r>
            <a:r>
              <a:rPr lang="de-DE" sz="4800" dirty="0">
                <a:solidFill>
                  <a:schemeClr val="bg1"/>
                </a:solidFill>
                <a:cs typeface="Calibri Light"/>
              </a:rPr>
              <a:t> </a:t>
            </a:r>
            <a:r>
              <a:rPr lang="de-DE" sz="4000" dirty="0" err="1">
                <a:solidFill>
                  <a:schemeClr val="bg1"/>
                </a:solidFill>
                <a:cs typeface="Calibri Light"/>
              </a:rPr>
              <a:t>the</a:t>
            </a:r>
            <a:br>
              <a:rPr lang="de-DE" sz="4000" dirty="0">
                <a:solidFill>
                  <a:schemeClr val="bg1"/>
                </a:solidFill>
                <a:cs typeface="Calibri Light"/>
              </a:rPr>
            </a:br>
            <a:r>
              <a:rPr lang="de-DE" sz="4800" dirty="0">
                <a:solidFill>
                  <a:schemeClr val="accent2"/>
                </a:solidFill>
                <a:cs typeface="Calibri Light"/>
              </a:rPr>
              <a:t>Azure Messaging</a:t>
            </a:r>
            <a:br>
              <a:rPr lang="de-DE" sz="4800" dirty="0">
                <a:solidFill>
                  <a:schemeClr val="accent2"/>
                </a:solidFill>
                <a:cs typeface="Calibri Light"/>
              </a:rPr>
            </a:br>
            <a:r>
              <a:rPr lang="de-DE" sz="4000" dirty="0">
                <a:solidFill>
                  <a:schemeClr val="bg1"/>
                </a:solidFill>
                <a:cs typeface="Calibri Light"/>
              </a:rPr>
              <a:t>(</a:t>
            </a:r>
            <a:r>
              <a:rPr lang="de-DE" sz="4000" dirty="0" err="1">
                <a:solidFill>
                  <a:schemeClr val="bg1"/>
                </a:solidFill>
                <a:cs typeface="Calibri Light"/>
              </a:rPr>
              <a:t>over</a:t>
            </a:r>
            <a:r>
              <a:rPr lang="de-DE" sz="4000" dirty="0">
                <a:solidFill>
                  <a:schemeClr val="bg1"/>
                </a:solidFill>
                <a:cs typeface="Calibri Light"/>
              </a:rPr>
              <a:t>)</a:t>
            </a:r>
            <a:r>
              <a:rPr lang="de-DE" sz="4000" dirty="0" err="1">
                <a:solidFill>
                  <a:schemeClr val="bg1"/>
                </a:solidFill>
                <a:cs typeface="Calibri Light"/>
              </a:rPr>
              <a:t>choice</a:t>
            </a:r>
            <a:endParaRPr lang="de-DE" sz="4800" dirty="0">
              <a:solidFill>
                <a:schemeClr val="bg1"/>
              </a:solidFill>
              <a:cs typeface="Calibri Light"/>
            </a:endParaRPr>
          </a:p>
        </p:txBody>
      </p:sp>
      <p:sp>
        <p:nvSpPr>
          <p:cNvPr id="3" name="Untertitel 2"/>
          <p:cNvSpPr>
            <a:spLocks noGrp="1"/>
          </p:cNvSpPr>
          <p:nvPr>
            <p:ph type="subTitle" idx="1"/>
          </p:nvPr>
        </p:nvSpPr>
        <p:spPr>
          <a:xfrm>
            <a:off x="477980" y="4872922"/>
            <a:ext cx="4023359" cy="1208141"/>
          </a:xfrm>
        </p:spPr>
        <p:txBody>
          <a:bodyPr>
            <a:normAutofit/>
          </a:bodyPr>
          <a:lstStyle/>
          <a:p>
            <a:pPr algn="l"/>
            <a:r>
              <a:rPr lang="de-DE" sz="2000" dirty="0" err="1">
                <a:solidFill>
                  <a:schemeClr val="accent2"/>
                </a:solidFill>
              </a:rPr>
              <a:t>daniel.marbach@particular.net</a:t>
            </a:r>
            <a:endParaRPr lang="de-DE" sz="2000" dirty="0">
              <a:solidFill>
                <a:schemeClr val="accent2"/>
              </a:solidFill>
            </a:endParaRPr>
          </a:p>
        </p:txBody>
      </p:sp>
      <p:sp>
        <p:nvSpPr>
          <p:cNvPr id="19" name="Rectangle 18">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0" name="Rectangle 19">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774998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8555C5B3-193A-4749-9AFD-682E53CDDE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3" name="Rectangle 1032">
            <a:extLst>
              <a:ext uri="{FF2B5EF4-FFF2-40B4-BE49-F238E27FC236}">
                <a16:creationId xmlns:a16="http://schemas.microsoft.com/office/drawing/2014/main" id="{2EAE06A6-F76A-41C9-827A-C561B00448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3"/>
            <a:ext cx="12192000" cy="6858000"/>
          </a:xfrm>
          <a:prstGeom prst="rect">
            <a:avLst/>
          </a:prstGeom>
          <a:gradFill>
            <a:gsLst>
              <a:gs pos="0">
                <a:srgbClr val="000000"/>
              </a:gs>
              <a:gs pos="100000">
                <a:schemeClr val="accent1">
                  <a:lumMod val="7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5" name="Rectangle 1034">
            <a:extLst>
              <a:ext uri="{FF2B5EF4-FFF2-40B4-BE49-F238E27FC236}">
                <a16:creationId xmlns:a16="http://schemas.microsoft.com/office/drawing/2014/main" id="{89F9D4E8-0639-444B-949B-9518585061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80861" y="0"/>
            <a:ext cx="7661934" cy="6858000"/>
          </a:xfrm>
          <a:prstGeom prst="rect">
            <a:avLst/>
          </a:prstGeom>
          <a:gradFill>
            <a:gsLst>
              <a:gs pos="0">
                <a:schemeClr val="accent1">
                  <a:lumMod val="75000"/>
                  <a:alpha val="45000"/>
                </a:schemeClr>
              </a:gs>
              <a:gs pos="100000">
                <a:srgbClr val="000000">
                  <a:alpha val="29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7" name="Rectangle 1036">
            <a:extLst>
              <a:ext uri="{FF2B5EF4-FFF2-40B4-BE49-F238E27FC236}">
                <a16:creationId xmlns:a16="http://schemas.microsoft.com/office/drawing/2014/main" id="{7E3DA7A2-ED70-4BBA-AB72-00AD461FA4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0862" y="-6"/>
            <a:ext cx="11711138" cy="6410334"/>
          </a:xfrm>
          <a:prstGeom prst="rect">
            <a:avLst/>
          </a:prstGeom>
          <a:gradFill>
            <a:gsLst>
              <a:gs pos="0">
                <a:schemeClr val="accent1">
                  <a:alpha val="0"/>
                </a:schemeClr>
              </a:gs>
              <a:gs pos="100000">
                <a:srgbClr val="000000">
                  <a:alpha val="41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extBox 1">
            <a:extLst>
              <a:ext uri="{FF2B5EF4-FFF2-40B4-BE49-F238E27FC236}">
                <a16:creationId xmlns:a16="http://schemas.microsoft.com/office/drawing/2014/main" id="{F9F5C5F6-F5CB-F769-3912-664A6F610CE4}"/>
              </a:ext>
            </a:extLst>
          </p:cNvPr>
          <p:cNvSpPr txBox="1"/>
          <p:nvPr/>
        </p:nvSpPr>
        <p:spPr>
          <a:xfrm>
            <a:off x="1127208" y="857251"/>
            <a:ext cx="4747280" cy="3098061"/>
          </a:xfrm>
          <a:prstGeom prst="rect">
            <a:avLst/>
          </a:prstGeom>
        </p:spPr>
        <p:txBody>
          <a:bodyPr vert="horz" lIns="91440" tIns="45720" rIns="91440" bIns="45720" rtlCol="0" anchor="b">
            <a:normAutofit/>
          </a:bodyPr>
          <a:lstStyle/>
          <a:p>
            <a:pPr>
              <a:lnSpc>
                <a:spcPct val="90000"/>
              </a:lnSpc>
              <a:spcBef>
                <a:spcPct val="0"/>
              </a:spcBef>
              <a:spcAft>
                <a:spcPts val="600"/>
              </a:spcAft>
            </a:pPr>
            <a:r>
              <a:rPr lang="en-US" sz="4800" kern="1200">
                <a:solidFill>
                  <a:srgbClr val="FFFFFF"/>
                </a:solidFill>
                <a:latin typeface="+mj-lt"/>
                <a:ea typeface="+mj-ea"/>
                <a:cs typeface="+mj-cs"/>
              </a:rPr>
              <a:t>Azure Service Bus</a:t>
            </a:r>
          </a:p>
        </p:txBody>
      </p:sp>
      <p:sp>
        <p:nvSpPr>
          <p:cNvPr id="1039" name="Rectangle 1038">
            <a:extLst>
              <a:ext uri="{FF2B5EF4-FFF2-40B4-BE49-F238E27FC236}">
                <a16:creationId xmlns:a16="http://schemas.microsoft.com/office/drawing/2014/main" id="{FC485432-3647-4218-B5D3-15D3FA222B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844797" y="-489206"/>
            <a:ext cx="2502408" cy="12191998"/>
          </a:xfrm>
          <a:prstGeom prst="rect">
            <a:avLst/>
          </a:prstGeom>
          <a:gradFill>
            <a:gsLst>
              <a:gs pos="0">
                <a:schemeClr val="accent1">
                  <a:alpha val="24000"/>
                </a:schemeClr>
              </a:gs>
              <a:gs pos="78000">
                <a:schemeClr val="accent1">
                  <a:lumMod val="50000"/>
                  <a:alpha val="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1" name="Oval 1040">
            <a:extLst>
              <a:ext uri="{FF2B5EF4-FFF2-40B4-BE49-F238E27FC236}">
                <a16:creationId xmlns:a16="http://schemas.microsoft.com/office/drawing/2014/main" id="{F4AFDDCA-6ABA-4D23-8A5C-1BF0F4308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90589" y="1062544"/>
            <a:ext cx="4756162" cy="475616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Pricing - Service Bus | Microsoft Azure">
            <a:extLst>
              <a:ext uri="{FF2B5EF4-FFF2-40B4-BE49-F238E27FC236}">
                <a16:creationId xmlns:a16="http://schemas.microsoft.com/office/drawing/2014/main" id="{1F831F82-E81E-FFBC-51B4-94B485469C77}"/>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920559" y="2455138"/>
            <a:ext cx="3737164" cy="19620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344843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diagram&#10;&#10;AI-generated content may be incorrect.">
            <a:extLst>
              <a:ext uri="{FF2B5EF4-FFF2-40B4-BE49-F238E27FC236}">
                <a16:creationId xmlns:a16="http://schemas.microsoft.com/office/drawing/2014/main" id="{33DA5C85-9FA4-1746-65F4-689C1EBA9514}"/>
              </a:ext>
            </a:extLst>
          </p:cNvPr>
          <p:cNvPicPr>
            <a:picLocks noChangeAspect="1"/>
          </p:cNvPicPr>
          <p:nvPr/>
        </p:nvPicPr>
        <p:blipFill>
          <a:blip r:embed="rId3"/>
          <a:stretch>
            <a:fillRect/>
          </a:stretch>
        </p:blipFill>
        <p:spPr>
          <a:xfrm>
            <a:off x="1097280" y="-1"/>
            <a:ext cx="9997440" cy="7682243"/>
          </a:xfrm>
          <a:prstGeom prst="rect">
            <a:avLst/>
          </a:prstGeom>
        </p:spPr>
      </p:pic>
    </p:spTree>
    <p:extLst>
      <p:ext uri="{BB962C8B-B14F-4D97-AF65-F5344CB8AC3E}">
        <p14:creationId xmlns:p14="http://schemas.microsoft.com/office/powerpoint/2010/main" val="10836777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1750671-0F9B-0268-3E74-3E55EA29B43E}"/>
              </a:ext>
            </a:extLst>
          </p:cNvPr>
          <p:cNvPicPr>
            <a:picLocks noChangeAspect="1"/>
          </p:cNvPicPr>
          <p:nvPr/>
        </p:nvPicPr>
        <p:blipFill>
          <a:blip r:embed="rId2"/>
          <a:stretch>
            <a:fillRect/>
          </a:stretch>
        </p:blipFill>
        <p:spPr>
          <a:xfrm>
            <a:off x="-1" y="1600200"/>
            <a:ext cx="12060195" cy="3657600"/>
          </a:xfrm>
          <a:prstGeom prst="rect">
            <a:avLst/>
          </a:prstGeom>
        </p:spPr>
      </p:pic>
    </p:spTree>
    <p:extLst>
      <p:ext uri="{BB962C8B-B14F-4D97-AF65-F5344CB8AC3E}">
        <p14:creationId xmlns:p14="http://schemas.microsoft.com/office/powerpoint/2010/main" val="32180981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03A69E-77D8-D58D-3FDF-7FA7A93283D3}"/>
              </a:ext>
            </a:extLst>
          </p:cNvPr>
          <p:cNvPicPr>
            <a:picLocks noChangeAspect="1"/>
          </p:cNvPicPr>
          <p:nvPr/>
        </p:nvPicPr>
        <p:blipFill>
          <a:blip r:embed="rId2"/>
          <a:stretch>
            <a:fillRect/>
          </a:stretch>
        </p:blipFill>
        <p:spPr>
          <a:xfrm>
            <a:off x="-1" y="769670"/>
            <a:ext cx="12164463" cy="5318661"/>
          </a:xfrm>
          <a:prstGeom prst="rect">
            <a:avLst/>
          </a:prstGeom>
        </p:spPr>
      </p:pic>
      <p:sp>
        <p:nvSpPr>
          <p:cNvPr id="3" name="Right Arrow 2">
            <a:extLst>
              <a:ext uri="{FF2B5EF4-FFF2-40B4-BE49-F238E27FC236}">
                <a16:creationId xmlns:a16="http://schemas.microsoft.com/office/drawing/2014/main" id="{6C44AD07-018A-FE20-54B3-1B44D9172A15}"/>
              </a:ext>
            </a:extLst>
          </p:cNvPr>
          <p:cNvSpPr/>
          <p:nvPr/>
        </p:nvSpPr>
        <p:spPr>
          <a:xfrm>
            <a:off x="1752600" y="2921000"/>
            <a:ext cx="825500" cy="6985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77016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A4CB01D-ED5B-D745-02FA-D6635471860F}"/>
              </a:ext>
            </a:extLst>
          </p:cNvPr>
          <p:cNvPicPr>
            <a:picLocks noChangeAspect="1"/>
          </p:cNvPicPr>
          <p:nvPr/>
        </p:nvPicPr>
        <p:blipFill>
          <a:blip r:embed="rId2"/>
          <a:stretch>
            <a:fillRect/>
          </a:stretch>
        </p:blipFill>
        <p:spPr>
          <a:xfrm>
            <a:off x="71862" y="795070"/>
            <a:ext cx="12048276" cy="5267861"/>
          </a:xfrm>
          <a:prstGeom prst="rect">
            <a:avLst/>
          </a:prstGeom>
        </p:spPr>
      </p:pic>
      <p:sp>
        <p:nvSpPr>
          <p:cNvPr id="3" name="Right Arrow 2">
            <a:extLst>
              <a:ext uri="{FF2B5EF4-FFF2-40B4-BE49-F238E27FC236}">
                <a16:creationId xmlns:a16="http://schemas.microsoft.com/office/drawing/2014/main" id="{74F3B7E5-AAEC-7F09-9D10-5C795BF1AE25}"/>
              </a:ext>
            </a:extLst>
          </p:cNvPr>
          <p:cNvSpPr/>
          <p:nvPr/>
        </p:nvSpPr>
        <p:spPr>
          <a:xfrm>
            <a:off x="1727200" y="3873500"/>
            <a:ext cx="825500" cy="6985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863788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D9FC6AC-4A12-4825-8ABE-0732B8EF4D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7B4236C0-5D95-F348-E3E9-F604920DFA00}"/>
              </a:ext>
            </a:extLst>
          </p:cNvPr>
          <p:cNvPicPr>
            <a:picLocks noChangeAspect="1"/>
          </p:cNvPicPr>
          <p:nvPr/>
        </p:nvPicPr>
        <p:blipFill>
          <a:blip r:embed="rId3"/>
          <a:srcRect t="1516" r="1" b="40673"/>
          <a:stretch>
            <a:fillRect/>
          </a:stretch>
        </p:blipFill>
        <p:spPr>
          <a:xfrm>
            <a:off x="1" y="10"/>
            <a:ext cx="11862683" cy="6857990"/>
          </a:xfrm>
          <a:custGeom>
            <a:avLst/>
            <a:gdLst/>
            <a:ahLst/>
            <a:cxnLst/>
            <a:rect l="l" t="t" r="r" b="b"/>
            <a:pathLst>
              <a:path w="11862683" h="6858000">
                <a:moveTo>
                  <a:pt x="0" y="0"/>
                </a:moveTo>
                <a:lnTo>
                  <a:pt x="4038600" y="0"/>
                </a:lnTo>
                <a:lnTo>
                  <a:pt x="4114800" y="0"/>
                </a:lnTo>
                <a:lnTo>
                  <a:pt x="4282294" y="0"/>
                </a:lnTo>
                <a:lnTo>
                  <a:pt x="6139260" y="0"/>
                </a:lnTo>
                <a:lnTo>
                  <a:pt x="6362810" y="0"/>
                </a:lnTo>
                <a:lnTo>
                  <a:pt x="7272221" y="0"/>
                </a:lnTo>
                <a:lnTo>
                  <a:pt x="10815342" y="0"/>
                </a:lnTo>
                <a:cubicBezTo>
                  <a:pt x="10709672" y="35571"/>
                  <a:pt x="10607020" y="78255"/>
                  <a:pt x="10501350" y="110269"/>
                </a:cubicBezTo>
                <a:cubicBezTo>
                  <a:pt x="10516447" y="145839"/>
                  <a:pt x="10531542" y="138725"/>
                  <a:pt x="10546639" y="135168"/>
                </a:cubicBezTo>
                <a:cubicBezTo>
                  <a:pt x="10637212" y="120941"/>
                  <a:pt x="10730806" y="110269"/>
                  <a:pt x="10818360" y="71141"/>
                </a:cubicBezTo>
                <a:cubicBezTo>
                  <a:pt x="10839496" y="64027"/>
                  <a:pt x="10863648" y="64027"/>
                  <a:pt x="10872705" y="88927"/>
                </a:cubicBezTo>
                <a:cubicBezTo>
                  <a:pt x="10887801" y="124497"/>
                  <a:pt x="10866668" y="145839"/>
                  <a:pt x="10845532" y="163625"/>
                </a:cubicBezTo>
                <a:cubicBezTo>
                  <a:pt x="10809304" y="195638"/>
                  <a:pt x="10767036" y="188525"/>
                  <a:pt x="10727787" y="192082"/>
                </a:cubicBezTo>
                <a:cubicBezTo>
                  <a:pt x="10619098" y="209867"/>
                  <a:pt x="10567772" y="259665"/>
                  <a:pt x="10543619" y="373491"/>
                </a:cubicBezTo>
                <a:cubicBezTo>
                  <a:pt x="10637212" y="327250"/>
                  <a:pt x="10730806" y="384162"/>
                  <a:pt x="10821380" y="352148"/>
                </a:cubicBezTo>
                <a:cubicBezTo>
                  <a:pt x="10845532" y="345034"/>
                  <a:pt x="10881763" y="355706"/>
                  <a:pt x="10869686" y="394834"/>
                </a:cubicBezTo>
                <a:cubicBezTo>
                  <a:pt x="10857610" y="430405"/>
                  <a:pt x="10818360" y="458860"/>
                  <a:pt x="10887801" y="451747"/>
                </a:cubicBezTo>
                <a:cubicBezTo>
                  <a:pt x="10939127" y="448189"/>
                  <a:pt x="10954222" y="405504"/>
                  <a:pt x="10969318" y="359262"/>
                </a:cubicBezTo>
                <a:cubicBezTo>
                  <a:pt x="10981394" y="334364"/>
                  <a:pt x="11014605" y="320135"/>
                  <a:pt x="11038758" y="334364"/>
                </a:cubicBezTo>
                <a:cubicBezTo>
                  <a:pt x="11068949" y="348592"/>
                  <a:pt x="11059892" y="387720"/>
                  <a:pt x="11059892" y="416176"/>
                </a:cubicBezTo>
                <a:cubicBezTo>
                  <a:pt x="11062912" y="469532"/>
                  <a:pt x="11038758" y="494431"/>
                  <a:pt x="10996491" y="505101"/>
                </a:cubicBezTo>
                <a:cubicBezTo>
                  <a:pt x="10945164" y="519330"/>
                  <a:pt x="10893840" y="537116"/>
                  <a:pt x="10827418" y="558458"/>
                </a:cubicBezTo>
                <a:cubicBezTo>
                  <a:pt x="10899878" y="594028"/>
                  <a:pt x="10954222" y="586915"/>
                  <a:pt x="11008566" y="558458"/>
                </a:cubicBezTo>
                <a:cubicBezTo>
                  <a:pt x="11074988" y="526444"/>
                  <a:pt x="11162542" y="483759"/>
                  <a:pt x="11216886" y="522887"/>
                </a:cubicBezTo>
                <a:cubicBezTo>
                  <a:pt x="11298403" y="579800"/>
                  <a:pt x="11364824" y="544229"/>
                  <a:pt x="11437284" y="533558"/>
                </a:cubicBezTo>
                <a:cubicBezTo>
                  <a:pt x="11588242" y="512216"/>
                  <a:pt x="11494648" y="480203"/>
                  <a:pt x="11645605" y="462417"/>
                </a:cubicBezTo>
                <a:cubicBezTo>
                  <a:pt x="11705988" y="455303"/>
                  <a:pt x="11769390" y="426847"/>
                  <a:pt x="11856944" y="465975"/>
                </a:cubicBezTo>
                <a:cubicBezTo>
                  <a:pt x="11461437" y="672284"/>
                  <a:pt x="11274250" y="658055"/>
                  <a:pt x="10921012" y="910606"/>
                </a:cubicBezTo>
                <a:cubicBezTo>
                  <a:pt x="10936107" y="935506"/>
                  <a:pt x="10951202" y="924835"/>
                  <a:pt x="10966299" y="921277"/>
                </a:cubicBezTo>
                <a:cubicBezTo>
                  <a:pt x="10990452" y="917720"/>
                  <a:pt x="11020644" y="903491"/>
                  <a:pt x="11026682" y="949734"/>
                </a:cubicBezTo>
                <a:cubicBezTo>
                  <a:pt x="11029702" y="985305"/>
                  <a:pt x="11011585" y="1003089"/>
                  <a:pt x="10981394" y="1006647"/>
                </a:cubicBezTo>
                <a:cubicBezTo>
                  <a:pt x="10893840" y="1020875"/>
                  <a:pt x="10815342" y="1070674"/>
                  <a:pt x="10736844" y="1113358"/>
                </a:cubicBezTo>
                <a:cubicBezTo>
                  <a:pt x="10700615" y="1131144"/>
                  <a:pt x="10661366" y="1156043"/>
                  <a:pt x="10676462" y="1220069"/>
                </a:cubicBezTo>
                <a:cubicBezTo>
                  <a:pt x="10706652" y="1237855"/>
                  <a:pt x="10727787" y="1212955"/>
                  <a:pt x="10751940" y="1209399"/>
                </a:cubicBezTo>
                <a:cubicBezTo>
                  <a:pt x="10776093" y="1205842"/>
                  <a:pt x="10833457" y="1220069"/>
                  <a:pt x="10818360" y="1230741"/>
                </a:cubicBezTo>
                <a:cubicBezTo>
                  <a:pt x="10748920" y="1269868"/>
                  <a:pt x="10875724" y="1365909"/>
                  <a:pt x="10791190" y="1365909"/>
                </a:cubicBezTo>
                <a:cubicBezTo>
                  <a:pt x="10652309" y="1365909"/>
                  <a:pt x="10576830" y="1536647"/>
                  <a:pt x="10443988" y="1540204"/>
                </a:cubicBezTo>
                <a:cubicBezTo>
                  <a:pt x="10422854" y="1540204"/>
                  <a:pt x="10413797" y="1572219"/>
                  <a:pt x="10413797" y="1597117"/>
                </a:cubicBezTo>
                <a:cubicBezTo>
                  <a:pt x="10413797" y="1629132"/>
                  <a:pt x="10434930" y="1632688"/>
                  <a:pt x="10456064" y="1636245"/>
                </a:cubicBezTo>
                <a:cubicBezTo>
                  <a:pt x="10489275" y="1639802"/>
                  <a:pt x="10525504" y="1597117"/>
                  <a:pt x="10567772" y="1657587"/>
                </a:cubicBezTo>
                <a:cubicBezTo>
                  <a:pt x="10489275" y="1693158"/>
                  <a:pt x="10407758" y="1728729"/>
                  <a:pt x="10410777" y="1849668"/>
                </a:cubicBezTo>
                <a:cubicBezTo>
                  <a:pt x="10410777" y="1881683"/>
                  <a:pt x="10377566" y="1895910"/>
                  <a:pt x="10353413" y="1903025"/>
                </a:cubicBezTo>
                <a:cubicBezTo>
                  <a:pt x="10311146" y="1917252"/>
                  <a:pt x="10277935" y="1938595"/>
                  <a:pt x="10253782" y="1984836"/>
                </a:cubicBezTo>
                <a:cubicBezTo>
                  <a:pt x="10253782" y="1995507"/>
                  <a:pt x="10253782" y="2002622"/>
                  <a:pt x="10253782" y="2013292"/>
                </a:cubicBezTo>
                <a:cubicBezTo>
                  <a:pt x="10259820" y="2123562"/>
                  <a:pt x="10320202" y="2120004"/>
                  <a:pt x="10386624" y="2102219"/>
                </a:cubicBezTo>
                <a:cubicBezTo>
                  <a:pt x="10465122" y="2080877"/>
                  <a:pt x="10543619" y="2038192"/>
                  <a:pt x="10628156" y="2077320"/>
                </a:cubicBezTo>
                <a:cubicBezTo>
                  <a:pt x="10510408" y="2130676"/>
                  <a:pt x="10380586" y="2134233"/>
                  <a:pt x="10271896" y="2208931"/>
                </a:cubicBezTo>
                <a:cubicBezTo>
                  <a:pt x="10676462" y="2223159"/>
                  <a:pt x="11032720" y="1984836"/>
                  <a:pt x="11425208" y="1892353"/>
                </a:cubicBezTo>
                <a:cubicBezTo>
                  <a:pt x="11413131" y="1952823"/>
                  <a:pt x="11379920" y="1967051"/>
                  <a:pt x="11352748" y="1974165"/>
                </a:cubicBezTo>
                <a:cubicBezTo>
                  <a:pt x="11207830" y="2020407"/>
                  <a:pt x="11081026" y="2112891"/>
                  <a:pt x="10948184" y="2191146"/>
                </a:cubicBezTo>
                <a:cubicBezTo>
                  <a:pt x="10893840" y="2223159"/>
                  <a:pt x="10854590" y="2258731"/>
                  <a:pt x="10833457" y="2326314"/>
                </a:cubicBezTo>
                <a:cubicBezTo>
                  <a:pt x="10815342" y="2390340"/>
                  <a:pt x="10779112" y="2418796"/>
                  <a:pt x="10712690" y="2401012"/>
                </a:cubicBezTo>
                <a:cubicBezTo>
                  <a:pt x="10658346" y="2386784"/>
                  <a:pt x="10600982" y="2393898"/>
                  <a:pt x="10543619" y="2401012"/>
                </a:cubicBezTo>
                <a:cubicBezTo>
                  <a:pt x="10480218" y="2408126"/>
                  <a:pt x="10407758" y="2479267"/>
                  <a:pt x="10422854" y="2518395"/>
                </a:cubicBezTo>
                <a:cubicBezTo>
                  <a:pt x="10453044" y="2582422"/>
                  <a:pt x="10504370" y="2550408"/>
                  <a:pt x="10546639" y="2543294"/>
                </a:cubicBezTo>
                <a:cubicBezTo>
                  <a:pt x="10597964" y="2536181"/>
                  <a:pt x="10691556" y="2518395"/>
                  <a:pt x="10691556" y="2525509"/>
                </a:cubicBezTo>
                <a:cubicBezTo>
                  <a:pt x="10724768" y="2685576"/>
                  <a:pt x="10800246" y="2564636"/>
                  <a:pt x="10854590" y="2564636"/>
                </a:cubicBezTo>
                <a:cubicBezTo>
                  <a:pt x="10905916" y="2564636"/>
                  <a:pt x="10957241" y="2546851"/>
                  <a:pt x="11005548" y="2532623"/>
                </a:cubicBezTo>
                <a:cubicBezTo>
                  <a:pt x="11068949" y="2514837"/>
                  <a:pt x="11126312" y="2546851"/>
                  <a:pt x="11186696" y="2553965"/>
                </a:cubicBezTo>
                <a:cubicBezTo>
                  <a:pt x="11241040" y="2561080"/>
                  <a:pt x="11210850" y="2653563"/>
                  <a:pt x="11244060" y="2692689"/>
                </a:cubicBezTo>
                <a:cubicBezTo>
                  <a:pt x="11250097" y="2703362"/>
                  <a:pt x="11256136" y="2703362"/>
                  <a:pt x="11262174" y="2703362"/>
                </a:cubicBezTo>
                <a:cubicBezTo>
                  <a:pt x="11280289" y="2980812"/>
                  <a:pt x="11597299" y="2913227"/>
                  <a:pt x="11597299" y="2923898"/>
                </a:cubicBezTo>
                <a:cubicBezTo>
                  <a:pt x="11624471" y="2941684"/>
                  <a:pt x="11657682" y="2899000"/>
                  <a:pt x="11690892" y="2941684"/>
                </a:cubicBezTo>
                <a:cubicBezTo>
                  <a:pt x="11548993" y="3137322"/>
                  <a:pt x="11331614" y="3183563"/>
                  <a:pt x="11138390" y="3329402"/>
                </a:cubicBezTo>
                <a:cubicBezTo>
                  <a:pt x="11298403" y="3379202"/>
                  <a:pt x="11391998" y="3208463"/>
                  <a:pt x="11509744" y="3229805"/>
                </a:cubicBezTo>
                <a:cubicBezTo>
                  <a:pt x="11567107" y="3283162"/>
                  <a:pt x="11395016" y="3368530"/>
                  <a:pt x="11561068" y="3393429"/>
                </a:cubicBezTo>
                <a:cubicBezTo>
                  <a:pt x="11488610" y="3439672"/>
                  <a:pt x="11437284" y="3485914"/>
                  <a:pt x="11385959" y="3539269"/>
                </a:cubicBezTo>
                <a:cubicBezTo>
                  <a:pt x="11298403" y="3635309"/>
                  <a:pt x="11280289" y="3699337"/>
                  <a:pt x="11322556" y="3827390"/>
                </a:cubicBezTo>
                <a:cubicBezTo>
                  <a:pt x="11349730" y="3912759"/>
                  <a:pt x="11388978" y="3991015"/>
                  <a:pt x="11352748" y="4090612"/>
                </a:cubicBezTo>
                <a:cubicBezTo>
                  <a:pt x="11328595" y="4158196"/>
                  <a:pt x="11337653" y="4204438"/>
                  <a:pt x="11428226" y="4172424"/>
                </a:cubicBezTo>
                <a:cubicBezTo>
                  <a:pt x="11524840" y="4140411"/>
                  <a:pt x="11561068" y="4200882"/>
                  <a:pt x="11536915" y="4321821"/>
                </a:cubicBezTo>
                <a:cubicBezTo>
                  <a:pt x="11521821" y="4400076"/>
                  <a:pt x="11536915" y="4424975"/>
                  <a:pt x="11603338" y="4414305"/>
                </a:cubicBezTo>
                <a:cubicBezTo>
                  <a:pt x="11675796" y="4403633"/>
                  <a:pt x="11745236" y="4353835"/>
                  <a:pt x="11835811" y="4378734"/>
                </a:cubicBezTo>
                <a:cubicBezTo>
                  <a:pt x="11763352" y="4521016"/>
                  <a:pt x="11609374" y="4478331"/>
                  <a:pt x="11524840" y="4613499"/>
                </a:cubicBezTo>
                <a:cubicBezTo>
                  <a:pt x="11624471" y="4613499"/>
                  <a:pt x="11702969" y="4613499"/>
                  <a:pt x="11775427" y="4585042"/>
                </a:cubicBezTo>
                <a:cubicBezTo>
                  <a:pt x="11805619" y="4574373"/>
                  <a:pt x="11838830" y="4560144"/>
                  <a:pt x="11856944" y="4602828"/>
                </a:cubicBezTo>
                <a:cubicBezTo>
                  <a:pt x="11878080" y="4652628"/>
                  <a:pt x="11835811" y="4670412"/>
                  <a:pt x="11811658" y="4677526"/>
                </a:cubicBezTo>
                <a:cubicBezTo>
                  <a:pt x="11742216" y="4702425"/>
                  <a:pt x="11687874" y="4759339"/>
                  <a:pt x="11627490" y="4805580"/>
                </a:cubicBezTo>
                <a:cubicBezTo>
                  <a:pt x="11497668" y="4905177"/>
                  <a:pt x="11355767" y="4990547"/>
                  <a:pt x="11247078" y="5154171"/>
                </a:cubicBezTo>
                <a:cubicBezTo>
                  <a:pt x="11382940" y="5111487"/>
                  <a:pt x="11485590" y="5011889"/>
                  <a:pt x="11615414" y="4994104"/>
                </a:cubicBezTo>
                <a:cubicBezTo>
                  <a:pt x="11503704" y="5143500"/>
                  <a:pt x="11361806" y="5243097"/>
                  <a:pt x="11228964" y="5353367"/>
                </a:cubicBezTo>
                <a:cubicBezTo>
                  <a:pt x="11189714" y="5385379"/>
                  <a:pt x="11150466" y="5406721"/>
                  <a:pt x="11144428" y="5474306"/>
                </a:cubicBezTo>
                <a:cubicBezTo>
                  <a:pt x="11126312" y="5605917"/>
                  <a:pt x="11078008" y="5712629"/>
                  <a:pt x="10969318" y="5769542"/>
                </a:cubicBezTo>
                <a:cubicBezTo>
                  <a:pt x="10969318" y="5769542"/>
                  <a:pt x="10975356" y="5790884"/>
                  <a:pt x="10978374" y="5801555"/>
                </a:cubicBezTo>
                <a:cubicBezTo>
                  <a:pt x="11044797" y="5805112"/>
                  <a:pt x="11096122" y="5726858"/>
                  <a:pt x="11177639" y="5755314"/>
                </a:cubicBezTo>
                <a:cubicBezTo>
                  <a:pt x="11096122" y="5862025"/>
                  <a:pt x="11029702" y="5954508"/>
                  <a:pt x="10917992" y="6004307"/>
                </a:cubicBezTo>
                <a:cubicBezTo>
                  <a:pt x="10827418" y="6043434"/>
                  <a:pt x="10715710" y="6068335"/>
                  <a:pt x="10649289" y="6196388"/>
                </a:cubicBezTo>
                <a:cubicBezTo>
                  <a:pt x="10724768" y="6221287"/>
                  <a:pt x="10782132" y="6189274"/>
                  <a:pt x="10839496" y="6167932"/>
                </a:cubicBezTo>
                <a:cubicBezTo>
                  <a:pt x="10927050" y="6132361"/>
                  <a:pt x="11014605" y="6093234"/>
                  <a:pt x="11102160" y="6057663"/>
                </a:cubicBezTo>
                <a:cubicBezTo>
                  <a:pt x="11135372" y="6043434"/>
                  <a:pt x="11171600" y="6036320"/>
                  <a:pt x="11192734" y="6100347"/>
                </a:cubicBezTo>
                <a:cubicBezTo>
                  <a:pt x="11081026" y="6114575"/>
                  <a:pt x="11014605" y="6199945"/>
                  <a:pt x="10945164" y="6281757"/>
                </a:cubicBezTo>
                <a:cubicBezTo>
                  <a:pt x="10905916" y="6327999"/>
                  <a:pt x="10872705" y="6388469"/>
                  <a:pt x="10803265" y="6367127"/>
                </a:cubicBezTo>
                <a:cubicBezTo>
                  <a:pt x="10767036" y="6356456"/>
                  <a:pt x="10742882" y="6388469"/>
                  <a:pt x="10745901" y="6431153"/>
                </a:cubicBezTo>
                <a:cubicBezTo>
                  <a:pt x="10760998" y="6580550"/>
                  <a:pt x="10673442" y="6630349"/>
                  <a:pt x="10582868" y="6658805"/>
                </a:cubicBezTo>
                <a:cubicBezTo>
                  <a:pt x="10450026" y="6701489"/>
                  <a:pt x="10332280" y="6786859"/>
                  <a:pt x="10208496" y="6858000"/>
                </a:cubicBezTo>
                <a:lnTo>
                  <a:pt x="7272221" y="6858000"/>
                </a:lnTo>
                <a:lnTo>
                  <a:pt x="6362810" y="6858000"/>
                </a:lnTo>
                <a:lnTo>
                  <a:pt x="6139260" y="6858000"/>
                </a:lnTo>
                <a:lnTo>
                  <a:pt x="4282294" y="6858000"/>
                </a:lnTo>
                <a:lnTo>
                  <a:pt x="4114800" y="6858000"/>
                </a:lnTo>
                <a:lnTo>
                  <a:pt x="4038600" y="6858000"/>
                </a:lnTo>
                <a:lnTo>
                  <a:pt x="0" y="6858000"/>
                </a:lnTo>
                <a:close/>
              </a:path>
            </a:pathLst>
          </a:custGeom>
        </p:spPr>
      </p:pic>
    </p:spTree>
    <p:extLst>
      <p:ext uri="{BB962C8B-B14F-4D97-AF65-F5344CB8AC3E}">
        <p14:creationId xmlns:p14="http://schemas.microsoft.com/office/powerpoint/2010/main" val="32168747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62F36F2-7B7D-570D-334B-9B47E793A9FE}"/>
              </a:ext>
            </a:extLst>
          </p:cNvPr>
          <p:cNvPicPr>
            <a:picLocks noChangeAspect="1"/>
          </p:cNvPicPr>
          <p:nvPr/>
        </p:nvPicPr>
        <p:blipFill>
          <a:blip r:embed="rId3"/>
          <a:stretch>
            <a:fillRect/>
          </a:stretch>
        </p:blipFill>
        <p:spPr>
          <a:xfrm>
            <a:off x="57150" y="209760"/>
            <a:ext cx="12077700" cy="6438480"/>
          </a:xfrm>
          <a:prstGeom prst="rect">
            <a:avLst/>
          </a:prstGeom>
        </p:spPr>
      </p:pic>
      <p:sp>
        <p:nvSpPr>
          <p:cNvPr id="2" name="Title 1">
            <a:extLst>
              <a:ext uri="{FF2B5EF4-FFF2-40B4-BE49-F238E27FC236}">
                <a16:creationId xmlns:a16="http://schemas.microsoft.com/office/drawing/2014/main" id="{91AD474D-D445-D2D5-5F00-B946B1D473B8}"/>
              </a:ext>
            </a:extLst>
          </p:cNvPr>
          <p:cNvSpPr>
            <a:spLocks noGrp="1"/>
          </p:cNvSpPr>
          <p:nvPr>
            <p:ph type="title"/>
          </p:nvPr>
        </p:nvSpPr>
        <p:spPr/>
        <p:txBody>
          <a:bodyPr/>
          <a:lstStyle/>
          <a:p>
            <a:endParaRPr lang="en-US"/>
          </a:p>
        </p:txBody>
      </p:sp>
      <p:pic>
        <p:nvPicPr>
          <p:cNvPr id="8" name="Content Placeholder 7" descr="Alarm Ringing with solid fill">
            <a:extLst>
              <a:ext uri="{FF2B5EF4-FFF2-40B4-BE49-F238E27FC236}">
                <a16:creationId xmlns:a16="http://schemas.microsoft.com/office/drawing/2014/main" id="{339F08AD-95DE-0920-00AD-364123E7C6F4}"/>
              </a:ext>
            </a:extLst>
          </p:cNvPr>
          <p:cNvPicPr>
            <a:picLocks noGrp="1" noChangeAspect="1"/>
          </p:cNvPicPr>
          <p:nvPr>
            <p:ph idx="1"/>
          </p:nvPr>
        </p:nvPicPr>
        <p:blipFill>
          <a:blip r:embed="rId4">
            <a:extLst>
              <a:ext uri="{96DAC541-7B7A-43D3-8B79-37D633B846F1}">
                <asvg:svgBlip xmlns:asvg="http://schemas.microsoft.com/office/drawing/2016/SVG/main" r:embed="rId5"/>
              </a:ext>
            </a:extLst>
          </a:blip>
          <a:stretch>
            <a:fillRect/>
          </a:stretch>
        </p:blipFill>
        <p:spPr>
          <a:xfrm>
            <a:off x="2324100" y="4744244"/>
            <a:ext cx="914400" cy="914400"/>
          </a:xfrm>
        </p:spPr>
      </p:pic>
      <p:sp>
        <p:nvSpPr>
          <p:cNvPr id="6" name="Right Arrow 5">
            <a:extLst>
              <a:ext uri="{FF2B5EF4-FFF2-40B4-BE49-F238E27FC236}">
                <a16:creationId xmlns:a16="http://schemas.microsoft.com/office/drawing/2014/main" id="{850B46B7-13C1-5C25-A847-46DA1BE55ED4}"/>
              </a:ext>
            </a:extLst>
          </p:cNvPr>
          <p:cNvSpPr/>
          <p:nvPr/>
        </p:nvSpPr>
        <p:spPr>
          <a:xfrm>
            <a:off x="7991475" y="3200400"/>
            <a:ext cx="619125" cy="3048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50807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70B758A-9E99-1A28-C8BC-1D11D83E4483}"/>
              </a:ext>
            </a:extLst>
          </p:cNvPr>
          <p:cNvPicPr>
            <a:picLocks noChangeAspect="1"/>
          </p:cNvPicPr>
          <p:nvPr/>
        </p:nvPicPr>
        <p:blipFill>
          <a:blip r:embed="rId3"/>
          <a:srcRect t="8100"/>
          <a:stretch/>
        </p:blipFill>
        <p:spPr>
          <a:xfrm>
            <a:off x="642937" y="4822"/>
            <a:ext cx="10515599" cy="6853178"/>
          </a:xfrm>
          <a:prstGeom prst="rect">
            <a:avLst/>
          </a:prstGeom>
        </p:spPr>
      </p:pic>
      <p:sp>
        <p:nvSpPr>
          <p:cNvPr id="2" name="Title 1">
            <a:extLst>
              <a:ext uri="{FF2B5EF4-FFF2-40B4-BE49-F238E27FC236}">
                <a16:creationId xmlns:a16="http://schemas.microsoft.com/office/drawing/2014/main" id="{5DCF24E0-E9BC-84DC-1438-CE2B0E25592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7F71935-30DD-ECF8-0C2D-6DE16BF95EDA}"/>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9F44ACCF-BEA7-0B93-E691-2C882EBE9EEB}"/>
              </a:ext>
            </a:extLst>
          </p:cNvPr>
          <p:cNvPicPr>
            <a:picLocks noChangeAspect="1"/>
          </p:cNvPicPr>
          <p:nvPr/>
        </p:nvPicPr>
        <p:blipFill>
          <a:blip r:embed="rId4"/>
          <a:stretch>
            <a:fillRect/>
          </a:stretch>
        </p:blipFill>
        <p:spPr>
          <a:xfrm>
            <a:off x="-1" y="1384425"/>
            <a:ext cx="12145043" cy="4073399"/>
          </a:xfrm>
          <a:prstGeom prst="rect">
            <a:avLst/>
          </a:prstGeom>
        </p:spPr>
      </p:pic>
      <p:grpSp>
        <p:nvGrpSpPr>
          <p:cNvPr id="11" name="Group 10">
            <a:extLst>
              <a:ext uri="{FF2B5EF4-FFF2-40B4-BE49-F238E27FC236}">
                <a16:creationId xmlns:a16="http://schemas.microsoft.com/office/drawing/2014/main" id="{91F99012-9DC9-FEE8-AEF0-47BD416C3C74}"/>
              </a:ext>
            </a:extLst>
          </p:cNvPr>
          <p:cNvGrpSpPr/>
          <p:nvPr/>
        </p:nvGrpSpPr>
        <p:grpSpPr>
          <a:xfrm>
            <a:off x="642937" y="0"/>
            <a:ext cx="10906125" cy="6858224"/>
            <a:chOff x="642937" y="0"/>
            <a:chExt cx="10906125" cy="6858224"/>
          </a:xfrm>
        </p:grpSpPr>
        <p:pic>
          <p:nvPicPr>
            <p:cNvPr id="4" name="Picture 3">
              <a:extLst>
                <a:ext uri="{FF2B5EF4-FFF2-40B4-BE49-F238E27FC236}">
                  <a16:creationId xmlns:a16="http://schemas.microsoft.com/office/drawing/2014/main" id="{0E4B6277-361C-793B-4C6A-64A60AD442A9}"/>
                </a:ext>
              </a:extLst>
            </p:cNvPr>
            <p:cNvPicPr>
              <a:picLocks noChangeAspect="1"/>
            </p:cNvPicPr>
            <p:nvPr/>
          </p:nvPicPr>
          <p:blipFill>
            <a:blip r:embed="rId5"/>
            <a:stretch>
              <a:fillRect/>
            </a:stretch>
          </p:blipFill>
          <p:spPr>
            <a:xfrm>
              <a:off x="642937" y="0"/>
              <a:ext cx="10906125" cy="6858224"/>
            </a:xfrm>
            <a:prstGeom prst="rect">
              <a:avLst/>
            </a:prstGeom>
          </p:spPr>
        </p:pic>
        <p:sp>
          <p:nvSpPr>
            <p:cNvPr id="7" name="Right Arrow 6">
              <a:extLst>
                <a:ext uri="{FF2B5EF4-FFF2-40B4-BE49-F238E27FC236}">
                  <a16:creationId xmlns:a16="http://schemas.microsoft.com/office/drawing/2014/main" id="{35E121BC-B901-3B78-09CA-D77D60134FC9}"/>
                </a:ext>
              </a:extLst>
            </p:cNvPr>
            <p:cNvSpPr/>
            <p:nvPr/>
          </p:nvSpPr>
          <p:spPr>
            <a:xfrm>
              <a:off x="2476500" y="5727586"/>
              <a:ext cx="981075" cy="584314"/>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redeploy</a:t>
              </a:r>
              <a:endParaRPr lang="en-US" sz="700" dirty="0"/>
            </a:p>
          </p:txBody>
        </p:sp>
        <p:sp>
          <p:nvSpPr>
            <p:cNvPr id="8" name="Right Arrow 7">
              <a:extLst>
                <a:ext uri="{FF2B5EF4-FFF2-40B4-BE49-F238E27FC236}">
                  <a16:creationId xmlns:a16="http://schemas.microsoft.com/office/drawing/2014/main" id="{3B29DE58-DAD7-6299-315B-455F234405BB}"/>
                </a:ext>
              </a:extLst>
            </p:cNvPr>
            <p:cNvSpPr/>
            <p:nvPr/>
          </p:nvSpPr>
          <p:spPr>
            <a:xfrm rot="1704765">
              <a:off x="3537501" y="4199510"/>
              <a:ext cx="981075" cy="584314"/>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redeploy</a:t>
              </a:r>
              <a:endParaRPr lang="en-US" sz="700" dirty="0"/>
            </a:p>
          </p:txBody>
        </p:sp>
        <p:sp>
          <p:nvSpPr>
            <p:cNvPr id="9" name="Right Arrow 8">
              <a:extLst>
                <a:ext uri="{FF2B5EF4-FFF2-40B4-BE49-F238E27FC236}">
                  <a16:creationId xmlns:a16="http://schemas.microsoft.com/office/drawing/2014/main" id="{249A0CC4-428A-3A9D-4686-6BF9637D1250}"/>
                </a:ext>
              </a:extLst>
            </p:cNvPr>
            <p:cNvSpPr/>
            <p:nvPr/>
          </p:nvSpPr>
          <p:spPr>
            <a:xfrm>
              <a:off x="4750902" y="4199510"/>
              <a:ext cx="981075" cy="584314"/>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redeploy</a:t>
              </a:r>
              <a:endParaRPr lang="en-US" sz="700" dirty="0"/>
            </a:p>
          </p:txBody>
        </p:sp>
        <p:sp>
          <p:nvSpPr>
            <p:cNvPr id="10" name="Right Arrow 9">
              <a:extLst>
                <a:ext uri="{FF2B5EF4-FFF2-40B4-BE49-F238E27FC236}">
                  <a16:creationId xmlns:a16="http://schemas.microsoft.com/office/drawing/2014/main" id="{5C0A5136-6E2F-6503-A894-5D2F7C35261B}"/>
                </a:ext>
              </a:extLst>
            </p:cNvPr>
            <p:cNvSpPr/>
            <p:nvPr/>
          </p:nvSpPr>
          <p:spPr>
            <a:xfrm>
              <a:off x="4919661" y="1514305"/>
              <a:ext cx="981075" cy="584314"/>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Finally!</a:t>
              </a:r>
              <a:endParaRPr lang="en-US" sz="700" dirty="0"/>
            </a:p>
          </p:txBody>
        </p:sp>
      </p:grpSp>
    </p:spTree>
    <p:extLst>
      <p:ext uri="{BB962C8B-B14F-4D97-AF65-F5344CB8AC3E}">
        <p14:creationId xmlns:p14="http://schemas.microsoft.com/office/powerpoint/2010/main" val="42695867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1"/>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8762D0-821B-E720-6CEF-2AD6BBE6C15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CBD2E32-8BA9-07F5-42DA-1F155D923A69}"/>
              </a:ext>
            </a:extLst>
          </p:cNvPr>
          <p:cNvPicPr>
            <a:picLocks noChangeAspect="1"/>
          </p:cNvPicPr>
          <p:nvPr/>
        </p:nvPicPr>
        <p:blipFill>
          <a:blip r:embed="rId3"/>
          <a:srcRect t="1516" r="1" b="40673"/>
          <a:stretch>
            <a:fillRect/>
          </a:stretch>
        </p:blipFill>
        <p:spPr>
          <a:xfrm>
            <a:off x="1" y="10"/>
            <a:ext cx="11862683" cy="6857990"/>
          </a:xfrm>
          <a:custGeom>
            <a:avLst/>
            <a:gdLst/>
            <a:ahLst/>
            <a:cxnLst/>
            <a:rect l="l" t="t" r="r" b="b"/>
            <a:pathLst>
              <a:path w="11862683" h="6858000">
                <a:moveTo>
                  <a:pt x="0" y="0"/>
                </a:moveTo>
                <a:lnTo>
                  <a:pt x="4038600" y="0"/>
                </a:lnTo>
                <a:lnTo>
                  <a:pt x="4114800" y="0"/>
                </a:lnTo>
                <a:lnTo>
                  <a:pt x="4282294" y="0"/>
                </a:lnTo>
                <a:lnTo>
                  <a:pt x="6139260" y="0"/>
                </a:lnTo>
                <a:lnTo>
                  <a:pt x="6362810" y="0"/>
                </a:lnTo>
                <a:lnTo>
                  <a:pt x="7272221" y="0"/>
                </a:lnTo>
                <a:lnTo>
                  <a:pt x="10815342" y="0"/>
                </a:lnTo>
                <a:cubicBezTo>
                  <a:pt x="10709672" y="35571"/>
                  <a:pt x="10607020" y="78255"/>
                  <a:pt x="10501350" y="110269"/>
                </a:cubicBezTo>
                <a:cubicBezTo>
                  <a:pt x="10516447" y="145839"/>
                  <a:pt x="10531542" y="138725"/>
                  <a:pt x="10546639" y="135168"/>
                </a:cubicBezTo>
                <a:cubicBezTo>
                  <a:pt x="10637212" y="120941"/>
                  <a:pt x="10730806" y="110269"/>
                  <a:pt x="10818360" y="71141"/>
                </a:cubicBezTo>
                <a:cubicBezTo>
                  <a:pt x="10839496" y="64027"/>
                  <a:pt x="10863648" y="64027"/>
                  <a:pt x="10872705" y="88927"/>
                </a:cubicBezTo>
                <a:cubicBezTo>
                  <a:pt x="10887801" y="124497"/>
                  <a:pt x="10866668" y="145839"/>
                  <a:pt x="10845532" y="163625"/>
                </a:cubicBezTo>
                <a:cubicBezTo>
                  <a:pt x="10809304" y="195638"/>
                  <a:pt x="10767036" y="188525"/>
                  <a:pt x="10727787" y="192082"/>
                </a:cubicBezTo>
                <a:cubicBezTo>
                  <a:pt x="10619098" y="209867"/>
                  <a:pt x="10567772" y="259665"/>
                  <a:pt x="10543619" y="373491"/>
                </a:cubicBezTo>
                <a:cubicBezTo>
                  <a:pt x="10637212" y="327250"/>
                  <a:pt x="10730806" y="384162"/>
                  <a:pt x="10821380" y="352148"/>
                </a:cubicBezTo>
                <a:cubicBezTo>
                  <a:pt x="10845532" y="345034"/>
                  <a:pt x="10881763" y="355706"/>
                  <a:pt x="10869686" y="394834"/>
                </a:cubicBezTo>
                <a:cubicBezTo>
                  <a:pt x="10857610" y="430405"/>
                  <a:pt x="10818360" y="458860"/>
                  <a:pt x="10887801" y="451747"/>
                </a:cubicBezTo>
                <a:cubicBezTo>
                  <a:pt x="10939127" y="448189"/>
                  <a:pt x="10954222" y="405504"/>
                  <a:pt x="10969318" y="359262"/>
                </a:cubicBezTo>
                <a:cubicBezTo>
                  <a:pt x="10981394" y="334364"/>
                  <a:pt x="11014605" y="320135"/>
                  <a:pt x="11038758" y="334364"/>
                </a:cubicBezTo>
                <a:cubicBezTo>
                  <a:pt x="11068949" y="348592"/>
                  <a:pt x="11059892" y="387720"/>
                  <a:pt x="11059892" y="416176"/>
                </a:cubicBezTo>
                <a:cubicBezTo>
                  <a:pt x="11062912" y="469532"/>
                  <a:pt x="11038758" y="494431"/>
                  <a:pt x="10996491" y="505101"/>
                </a:cubicBezTo>
                <a:cubicBezTo>
                  <a:pt x="10945164" y="519330"/>
                  <a:pt x="10893840" y="537116"/>
                  <a:pt x="10827418" y="558458"/>
                </a:cubicBezTo>
                <a:cubicBezTo>
                  <a:pt x="10899878" y="594028"/>
                  <a:pt x="10954222" y="586915"/>
                  <a:pt x="11008566" y="558458"/>
                </a:cubicBezTo>
                <a:cubicBezTo>
                  <a:pt x="11074988" y="526444"/>
                  <a:pt x="11162542" y="483759"/>
                  <a:pt x="11216886" y="522887"/>
                </a:cubicBezTo>
                <a:cubicBezTo>
                  <a:pt x="11298403" y="579800"/>
                  <a:pt x="11364824" y="544229"/>
                  <a:pt x="11437284" y="533558"/>
                </a:cubicBezTo>
                <a:cubicBezTo>
                  <a:pt x="11588242" y="512216"/>
                  <a:pt x="11494648" y="480203"/>
                  <a:pt x="11645605" y="462417"/>
                </a:cubicBezTo>
                <a:cubicBezTo>
                  <a:pt x="11705988" y="455303"/>
                  <a:pt x="11769390" y="426847"/>
                  <a:pt x="11856944" y="465975"/>
                </a:cubicBezTo>
                <a:cubicBezTo>
                  <a:pt x="11461437" y="672284"/>
                  <a:pt x="11274250" y="658055"/>
                  <a:pt x="10921012" y="910606"/>
                </a:cubicBezTo>
                <a:cubicBezTo>
                  <a:pt x="10936107" y="935506"/>
                  <a:pt x="10951202" y="924835"/>
                  <a:pt x="10966299" y="921277"/>
                </a:cubicBezTo>
                <a:cubicBezTo>
                  <a:pt x="10990452" y="917720"/>
                  <a:pt x="11020644" y="903491"/>
                  <a:pt x="11026682" y="949734"/>
                </a:cubicBezTo>
                <a:cubicBezTo>
                  <a:pt x="11029702" y="985305"/>
                  <a:pt x="11011585" y="1003089"/>
                  <a:pt x="10981394" y="1006647"/>
                </a:cubicBezTo>
                <a:cubicBezTo>
                  <a:pt x="10893840" y="1020875"/>
                  <a:pt x="10815342" y="1070674"/>
                  <a:pt x="10736844" y="1113358"/>
                </a:cubicBezTo>
                <a:cubicBezTo>
                  <a:pt x="10700615" y="1131144"/>
                  <a:pt x="10661366" y="1156043"/>
                  <a:pt x="10676462" y="1220069"/>
                </a:cubicBezTo>
                <a:cubicBezTo>
                  <a:pt x="10706652" y="1237855"/>
                  <a:pt x="10727787" y="1212955"/>
                  <a:pt x="10751940" y="1209399"/>
                </a:cubicBezTo>
                <a:cubicBezTo>
                  <a:pt x="10776093" y="1205842"/>
                  <a:pt x="10833457" y="1220069"/>
                  <a:pt x="10818360" y="1230741"/>
                </a:cubicBezTo>
                <a:cubicBezTo>
                  <a:pt x="10748920" y="1269868"/>
                  <a:pt x="10875724" y="1365909"/>
                  <a:pt x="10791190" y="1365909"/>
                </a:cubicBezTo>
                <a:cubicBezTo>
                  <a:pt x="10652309" y="1365909"/>
                  <a:pt x="10576830" y="1536647"/>
                  <a:pt x="10443988" y="1540204"/>
                </a:cubicBezTo>
                <a:cubicBezTo>
                  <a:pt x="10422854" y="1540204"/>
                  <a:pt x="10413797" y="1572219"/>
                  <a:pt x="10413797" y="1597117"/>
                </a:cubicBezTo>
                <a:cubicBezTo>
                  <a:pt x="10413797" y="1629132"/>
                  <a:pt x="10434930" y="1632688"/>
                  <a:pt x="10456064" y="1636245"/>
                </a:cubicBezTo>
                <a:cubicBezTo>
                  <a:pt x="10489275" y="1639802"/>
                  <a:pt x="10525504" y="1597117"/>
                  <a:pt x="10567772" y="1657587"/>
                </a:cubicBezTo>
                <a:cubicBezTo>
                  <a:pt x="10489275" y="1693158"/>
                  <a:pt x="10407758" y="1728729"/>
                  <a:pt x="10410777" y="1849668"/>
                </a:cubicBezTo>
                <a:cubicBezTo>
                  <a:pt x="10410777" y="1881683"/>
                  <a:pt x="10377566" y="1895910"/>
                  <a:pt x="10353413" y="1903025"/>
                </a:cubicBezTo>
                <a:cubicBezTo>
                  <a:pt x="10311146" y="1917252"/>
                  <a:pt x="10277935" y="1938595"/>
                  <a:pt x="10253782" y="1984836"/>
                </a:cubicBezTo>
                <a:cubicBezTo>
                  <a:pt x="10253782" y="1995507"/>
                  <a:pt x="10253782" y="2002622"/>
                  <a:pt x="10253782" y="2013292"/>
                </a:cubicBezTo>
                <a:cubicBezTo>
                  <a:pt x="10259820" y="2123562"/>
                  <a:pt x="10320202" y="2120004"/>
                  <a:pt x="10386624" y="2102219"/>
                </a:cubicBezTo>
                <a:cubicBezTo>
                  <a:pt x="10465122" y="2080877"/>
                  <a:pt x="10543619" y="2038192"/>
                  <a:pt x="10628156" y="2077320"/>
                </a:cubicBezTo>
                <a:cubicBezTo>
                  <a:pt x="10510408" y="2130676"/>
                  <a:pt x="10380586" y="2134233"/>
                  <a:pt x="10271896" y="2208931"/>
                </a:cubicBezTo>
                <a:cubicBezTo>
                  <a:pt x="10676462" y="2223159"/>
                  <a:pt x="11032720" y="1984836"/>
                  <a:pt x="11425208" y="1892353"/>
                </a:cubicBezTo>
                <a:cubicBezTo>
                  <a:pt x="11413131" y="1952823"/>
                  <a:pt x="11379920" y="1967051"/>
                  <a:pt x="11352748" y="1974165"/>
                </a:cubicBezTo>
                <a:cubicBezTo>
                  <a:pt x="11207830" y="2020407"/>
                  <a:pt x="11081026" y="2112891"/>
                  <a:pt x="10948184" y="2191146"/>
                </a:cubicBezTo>
                <a:cubicBezTo>
                  <a:pt x="10893840" y="2223159"/>
                  <a:pt x="10854590" y="2258731"/>
                  <a:pt x="10833457" y="2326314"/>
                </a:cubicBezTo>
                <a:cubicBezTo>
                  <a:pt x="10815342" y="2390340"/>
                  <a:pt x="10779112" y="2418796"/>
                  <a:pt x="10712690" y="2401012"/>
                </a:cubicBezTo>
                <a:cubicBezTo>
                  <a:pt x="10658346" y="2386784"/>
                  <a:pt x="10600982" y="2393898"/>
                  <a:pt x="10543619" y="2401012"/>
                </a:cubicBezTo>
                <a:cubicBezTo>
                  <a:pt x="10480218" y="2408126"/>
                  <a:pt x="10407758" y="2479267"/>
                  <a:pt x="10422854" y="2518395"/>
                </a:cubicBezTo>
                <a:cubicBezTo>
                  <a:pt x="10453044" y="2582422"/>
                  <a:pt x="10504370" y="2550408"/>
                  <a:pt x="10546639" y="2543294"/>
                </a:cubicBezTo>
                <a:cubicBezTo>
                  <a:pt x="10597964" y="2536181"/>
                  <a:pt x="10691556" y="2518395"/>
                  <a:pt x="10691556" y="2525509"/>
                </a:cubicBezTo>
                <a:cubicBezTo>
                  <a:pt x="10724768" y="2685576"/>
                  <a:pt x="10800246" y="2564636"/>
                  <a:pt x="10854590" y="2564636"/>
                </a:cubicBezTo>
                <a:cubicBezTo>
                  <a:pt x="10905916" y="2564636"/>
                  <a:pt x="10957241" y="2546851"/>
                  <a:pt x="11005548" y="2532623"/>
                </a:cubicBezTo>
                <a:cubicBezTo>
                  <a:pt x="11068949" y="2514837"/>
                  <a:pt x="11126312" y="2546851"/>
                  <a:pt x="11186696" y="2553965"/>
                </a:cubicBezTo>
                <a:cubicBezTo>
                  <a:pt x="11241040" y="2561080"/>
                  <a:pt x="11210850" y="2653563"/>
                  <a:pt x="11244060" y="2692689"/>
                </a:cubicBezTo>
                <a:cubicBezTo>
                  <a:pt x="11250097" y="2703362"/>
                  <a:pt x="11256136" y="2703362"/>
                  <a:pt x="11262174" y="2703362"/>
                </a:cubicBezTo>
                <a:cubicBezTo>
                  <a:pt x="11280289" y="2980812"/>
                  <a:pt x="11597299" y="2913227"/>
                  <a:pt x="11597299" y="2923898"/>
                </a:cubicBezTo>
                <a:cubicBezTo>
                  <a:pt x="11624471" y="2941684"/>
                  <a:pt x="11657682" y="2899000"/>
                  <a:pt x="11690892" y="2941684"/>
                </a:cubicBezTo>
                <a:cubicBezTo>
                  <a:pt x="11548993" y="3137322"/>
                  <a:pt x="11331614" y="3183563"/>
                  <a:pt x="11138390" y="3329402"/>
                </a:cubicBezTo>
                <a:cubicBezTo>
                  <a:pt x="11298403" y="3379202"/>
                  <a:pt x="11391998" y="3208463"/>
                  <a:pt x="11509744" y="3229805"/>
                </a:cubicBezTo>
                <a:cubicBezTo>
                  <a:pt x="11567107" y="3283162"/>
                  <a:pt x="11395016" y="3368530"/>
                  <a:pt x="11561068" y="3393429"/>
                </a:cubicBezTo>
                <a:cubicBezTo>
                  <a:pt x="11488610" y="3439672"/>
                  <a:pt x="11437284" y="3485914"/>
                  <a:pt x="11385959" y="3539269"/>
                </a:cubicBezTo>
                <a:cubicBezTo>
                  <a:pt x="11298403" y="3635309"/>
                  <a:pt x="11280289" y="3699337"/>
                  <a:pt x="11322556" y="3827390"/>
                </a:cubicBezTo>
                <a:cubicBezTo>
                  <a:pt x="11349730" y="3912759"/>
                  <a:pt x="11388978" y="3991015"/>
                  <a:pt x="11352748" y="4090612"/>
                </a:cubicBezTo>
                <a:cubicBezTo>
                  <a:pt x="11328595" y="4158196"/>
                  <a:pt x="11337653" y="4204438"/>
                  <a:pt x="11428226" y="4172424"/>
                </a:cubicBezTo>
                <a:cubicBezTo>
                  <a:pt x="11524840" y="4140411"/>
                  <a:pt x="11561068" y="4200882"/>
                  <a:pt x="11536915" y="4321821"/>
                </a:cubicBezTo>
                <a:cubicBezTo>
                  <a:pt x="11521821" y="4400076"/>
                  <a:pt x="11536915" y="4424975"/>
                  <a:pt x="11603338" y="4414305"/>
                </a:cubicBezTo>
                <a:cubicBezTo>
                  <a:pt x="11675796" y="4403633"/>
                  <a:pt x="11745236" y="4353835"/>
                  <a:pt x="11835811" y="4378734"/>
                </a:cubicBezTo>
                <a:cubicBezTo>
                  <a:pt x="11763352" y="4521016"/>
                  <a:pt x="11609374" y="4478331"/>
                  <a:pt x="11524840" y="4613499"/>
                </a:cubicBezTo>
                <a:cubicBezTo>
                  <a:pt x="11624471" y="4613499"/>
                  <a:pt x="11702969" y="4613499"/>
                  <a:pt x="11775427" y="4585042"/>
                </a:cubicBezTo>
                <a:cubicBezTo>
                  <a:pt x="11805619" y="4574373"/>
                  <a:pt x="11838830" y="4560144"/>
                  <a:pt x="11856944" y="4602828"/>
                </a:cubicBezTo>
                <a:cubicBezTo>
                  <a:pt x="11878080" y="4652628"/>
                  <a:pt x="11835811" y="4670412"/>
                  <a:pt x="11811658" y="4677526"/>
                </a:cubicBezTo>
                <a:cubicBezTo>
                  <a:pt x="11742216" y="4702425"/>
                  <a:pt x="11687874" y="4759339"/>
                  <a:pt x="11627490" y="4805580"/>
                </a:cubicBezTo>
                <a:cubicBezTo>
                  <a:pt x="11497668" y="4905177"/>
                  <a:pt x="11355767" y="4990547"/>
                  <a:pt x="11247078" y="5154171"/>
                </a:cubicBezTo>
                <a:cubicBezTo>
                  <a:pt x="11382940" y="5111487"/>
                  <a:pt x="11485590" y="5011889"/>
                  <a:pt x="11615414" y="4994104"/>
                </a:cubicBezTo>
                <a:cubicBezTo>
                  <a:pt x="11503704" y="5143500"/>
                  <a:pt x="11361806" y="5243097"/>
                  <a:pt x="11228964" y="5353367"/>
                </a:cubicBezTo>
                <a:cubicBezTo>
                  <a:pt x="11189714" y="5385379"/>
                  <a:pt x="11150466" y="5406721"/>
                  <a:pt x="11144428" y="5474306"/>
                </a:cubicBezTo>
                <a:cubicBezTo>
                  <a:pt x="11126312" y="5605917"/>
                  <a:pt x="11078008" y="5712629"/>
                  <a:pt x="10969318" y="5769542"/>
                </a:cubicBezTo>
                <a:cubicBezTo>
                  <a:pt x="10969318" y="5769542"/>
                  <a:pt x="10975356" y="5790884"/>
                  <a:pt x="10978374" y="5801555"/>
                </a:cubicBezTo>
                <a:cubicBezTo>
                  <a:pt x="11044797" y="5805112"/>
                  <a:pt x="11096122" y="5726858"/>
                  <a:pt x="11177639" y="5755314"/>
                </a:cubicBezTo>
                <a:cubicBezTo>
                  <a:pt x="11096122" y="5862025"/>
                  <a:pt x="11029702" y="5954508"/>
                  <a:pt x="10917992" y="6004307"/>
                </a:cubicBezTo>
                <a:cubicBezTo>
                  <a:pt x="10827418" y="6043434"/>
                  <a:pt x="10715710" y="6068335"/>
                  <a:pt x="10649289" y="6196388"/>
                </a:cubicBezTo>
                <a:cubicBezTo>
                  <a:pt x="10724768" y="6221287"/>
                  <a:pt x="10782132" y="6189274"/>
                  <a:pt x="10839496" y="6167932"/>
                </a:cubicBezTo>
                <a:cubicBezTo>
                  <a:pt x="10927050" y="6132361"/>
                  <a:pt x="11014605" y="6093234"/>
                  <a:pt x="11102160" y="6057663"/>
                </a:cubicBezTo>
                <a:cubicBezTo>
                  <a:pt x="11135372" y="6043434"/>
                  <a:pt x="11171600" y="6036320"/>
                  <a:pt x="11192734" y="6100347"/>
                </a:cubicBezTo>
                <a:cubicBezTo>
                  <a:pt x="11081026" y="6114575"/>
                  <a:pt x="11014605" y="6199945"/>
                  <a:pt x="10945164" y="6281757"/>
                </a:cubicBezTo>
                <a:cubicBezTo>
                  <a:pt x="10905916" y="6327999"/>
                  <a:pt x="10872705" y="6388469"/>
                  <a:pt x="10803265" y="6367127"/>
                </a:cubicBezTo>
                <a:cubicBezTo>
                  <a:pt x="10767036" y="6356456"/>
                  <a:pt x="10742882" y="6388469"/>
                  <a:pt x="10745901" y="6431153"/>
                </a:cubicBezTo>
                <a:cubicBezTo>
                  <a:pt x="10760998" y="6580550"/>
                  <a:pt x="10673442" y="6630349"/>
                  <a:pt x="10582868" y="6658805"/>
                </a:cubicBezTo>
                <a:cubicBezTo>
                  <a:pt x="10450026" y="6701489"/>
                  <a:pt x="10332280" y="6786859"/>
                  <a:pt x="10208496" y="6858000"/>
                </a:cubicBezTo>
                <a:lnTo>
                  <a:pt x="7272221" y="6858000"/>
                </a:lnTo>
                <a:lnTo>
                  <a:pt x="6362810" y="6858000"/>
                </a:lnTo>
                <a:lnTo>
                  <a:pt x="6139260" y="6858000"/>
                </a:lnTo>
                <a:lnTo>
                  <a:pt x="4282294" y="6858000"/>
                </a:lnTo>
                <a:lnTo>
                  <a:pt x="4114800" y="6858000"/>
                </a:lnTo>
                <a:lnTo>
                  <a:pt x="4038600" y="6858000"/>
                </a:lnTo>
                <a:lnTo>
                  <a:pt x="0" y="6858000"/>
                </a:lnTo>
                <a:close/>
              </a:path>
            </a:pathLst>
          </a:custGeom>
        </p:spPr>
      </p:pic>
    </p:spTree>
    <p:extLst>
      <p:ext uri="{BB962C8B-B14F-4D97-AF65-F5344CB8AC3E}">
        <p14:creationId xmlns:p14="http://schemas.microsoft.com/office/powerpoint/2010/main" val="21368165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DFDA8E3-6B43-24FA-86F2-B79E39CC5320}"/>
              </a:ext>
            </a:extLst>
          </p:cNvPr>
          <p:cNvPicPr>
            <a:picLocks noChangeAspect="1"/>
          </p:cNvPicPr>
          <p:nvPr/>
        </p:nvPicPr>
        <p:blipFill>
          <a:blip r:embed="rId2"/>
          <a:stretch>
            <a:fillRect/>
          </a:stretch>
        </p:blipFill>
        <p:spPr>
          <a:xfrm>
            <a:off x="1549400" y="-6227"/>
            <a:ext cx="9093200" cy="6864227"/>
          </a:xfrm>
          <a:prstGeom prst="rect">
            <a:avLst/>
          </a:prstGeom>
        </p:spPr>
      </p:pic>
    </p:spTree>
    <p:extLst>
      <p:ext uri="{BB962C8B-B14F-4D97-AF65-F5344CB8AC3E}">
        <p14:creationId xmlns:p14="http://schemas.microsoft.com/office/powerpoint/2010/main" val="24327203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D50E5D-B294-F5E6-0F5F-6A5C011B28FB}"/>
              </a:ext>
            </a:extLst>
          </p:cNvPr>
          <p:cNvPicPr>
            <a:picLocks noChangeAspect="1"/>
          </p:cNvPicPr>
          <p:nvPr/>
        </p:nvPicPr>
        <p:blipFill>
          <a:blip r:embed="rId2"/>
          <a:stretch>
            <a:fillRect/>
          </a:stretch>
        </p:blipFill>
        <p:spPr>
          <a:xfrm>
            <a:off x="1502420" y="50800"/>
            <a:ext cx="9187161" cy="6807200"/>
          </a:xfrm>
          <a:prstGeom prst="rect">
            <a:avLst/>
          </a:prstGeom>
        </p:spPr>
      </p:pic>
      <p:sp>
        <p:nvSpPr>
          <p:cNvPr id="3" name="Right Arrow 2">
            <a:extLst>
              <a:ext uri="{FF2B5EF4-FFF2-40B4-BE49-F238E27FC236}">
                <a16:creationId xmlns:a16="http://schemas.microsoft.com/office/drawing/2014/main" id="{4E1E9D0B-9493-107B-63E9-9BFC35460881}"/>
              </a:ext>
            </a:extLst>
          </p:cNvPr>
          <p:cNvSpPr/>
          <p:nvPr/>
        </p:nvSpPr>
        <p:spPr>
          <a:xfrm rot="10800000">
            <a:off x="10249467" y="4001164"/>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232820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2C25C90-D6BE-D216-BBCE-6AB4E9330E09}"/>
              </a:ext>
            </a:extLst>
          </p:cNvPr>
          <p:cNvPicPr>
            <a:picLocks noChangeAspect="1"/>
          </p:cNvPicPr>
          <p:nvPr/>
        </p:nvPicPr>
        <p:blipFill>
          <a:blip r:embed="rId3"/>
          <a:stretch>
            <a:fillRect/>
          </a:stretch>
        </p:blipFill>
        <p:spPr>
          <a:xfrm>
            <a:off x="2279650" y="-1"/>
            <a:ext cx="7632700" cy="6813081"/>
          </a:xfrm>
          <a:prstGeom prst="rect">
            <a:avLst/>
          </a:prstGeom>
        </p:spPr>
      </p:pic>
      <p:sp>
        <p:nvSpPr>
          <p:cNvPr id="3" name="Right Arrow 2">
            <a:extLst>
              <a:ext uri="{FF2B5EF4-FFF2-40B4-BE49-F238E27FC236}">
                <a16:creationId xmlns:a16="http://schemas.microsoft.com/office/drawing/2014/main" id="{819F6C44-02BE-F091-46FF-9DEE1546185B}"/>
              </a:ext>
            </a:extLst>
          </p:cNvPr>
          <p:cNvSpPr/>
          <p:nvPr/>
        </p:nvSpPr>
        <p:spPr>
          <a:xfrm rot="16200000">
            <a:off x="8996719" y="5434179"/>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971545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4637B2-E5A8-159C-A28F-C17090BB2F64}"/>
              </a:ext>
            </a:extLst>
          </p:cNvPr>
          <p:cNvPicPr>
            <a:picLocks noChangeAspect="1"/>
          </p:cNvPicPr>
          <p:nvPr/>
        </p:nvPicPr>
        <p:blipFill>
          <a:blip r:embed="rId2"/>
          <a:stretch>
            <a:fillRect/>
          </a:stretch>
        </p:blipFill>
        <p:spPr>
          <a:xfrm>
            <a:off x="2413000" y="50799"/>
            <a:ext cx="7366000" cy="6803319"/>
          </a:xfrm>
          <a:prstGeom prst="rect">
            <a:avLst/>
          </a:prstGeom>
        </p:spPr>
      </p:pic>
      <p:sp>
        <p:nvSpPr>
          <p:cNvPr id="3" name="Right Arrow 2">
            <a:extLst>
              <a:ext uri="{FF2B5EF4-FFF2-40B4-BE49-F238E27FC236}">
                <a16:creationId xmlns:a16="http://schemas.microsoft.com/office/drawing/2014/main" id="{23A4C5B7-BBFC-8898-AEBE-A42A996F5A0F}"/>
              </a:ext>
            </a:extLst>
          </p:cNvPr>
          <p:cNvSpPr/>
          <p:nvPr/>
        </p:nvSpPr>
        <p:spPr>
          <a:xfrm rot="10800000">
            <a:off x="8466351" y="1899408"/>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220113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CD8D761-E9AC-DB11-C288-BED189BBA4DE}"/>
              </a:ext>
            </a:extLst>
          </p:cNvPr>
          <p:cNvPicPr>
            <a:picLocks noChangeAspect="1"/>
          </p:cNvPicPr>
          <p:nvPr/>
        </p:nvPicPr>
        <p:blipFill>
          <a:blip r:embed="rId2"/>
          <a:srcRect t="4814"/>
          <a:stretch>
            <a:fillRect/>
          </a:stretch>
        </p:blipFill>
        <p:spPr>
          <a:xfrm>
            <a:off x="1358004" y="165100"/>
            <a:ext cx="9475992" cy="6527800"/>
          </a:xfrm>
          <a:prstGeom prst="rect">
            <a:avLst/>
          </a:prstGeom>
        </p:spPr>
      </p:pic>
      <p:sp>
        <p:nvSpPr>
          <p:cNvPr id="3" name="Right Arrow 2">
            <a:extLst>
              <a:ext uri="{FF2B5EF4-FFF2-40B4-BE49-F238E27FC236}">
                <a16:creationId xmlns:a16="http://schemas.microsoft.com/office/drawing/2014/main" id="{C8C6323D-2498-7713-6C50-D962AA90B78F}"/>
              </a:ext>
            </a:extLst>
          </p:cNvPr>
          <p:cNvSpPr/>
          <p:nvPr/>
        </p:nvSpPr>
        <p:spPr>
          <a:xfrm>
            <a:off x="191068" y="4342358"/>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377604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4CFA4FD-DCCA-56A1-D102-CAB94DE08234}"/>
              </a:ext>
            </a:extLst>
          </p:cNvPr>
          <p:cNvPicPr>
            <a:picLocks noChangeAspect="1"/>
          </p:cNvPicPr>
          <p:nvPr/>
        </p:nvPicPr>
        <p:blipFill>
          <a:blip r:embed="rId2"/>
          <a:srcRect t="5154"/>
          <a:stretch>
            <a:fillRect/>
          </a:stretch>
        </p:blipFill>
        <p:spPr>
          <a:xfrm>
            <a:off x="3371850" y="219288"/>
            <a:ext cx="5448300" cy="6419425"/>
          </a:xfrm>
          <a:prstGeom prst="rect">
            <a:avLst/>
          </a:prstGeom>
        </p:spPr>
      </p:pic>
      <p:sp>
        <p:nvSpPr>
          <p:cNvPr id="3" name="Right Arrow 2">
            <a:extLst>
              <a:ext uri="{FF2B5EF4-FFF2-40B4-BE49-F238E27FC236}">
                <a16:creationId xmlns:a16="http://schemas.microsoft.com/office/drawing/2014/main" id="{25CE205C-0046-E93A-49F4-010DC1AAC000}"/>
              </a:ext>
            </a:extLst>
          </p:cNvPr>
          <p:cNvSpPr/>
          <p:nvPr/>
        </p:nvSpPr>
        <p:spPr>
          <a:xfrm>
            <a:off x="3616656" y="3659970"/>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751614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2503DF7-E7CA-73D9-4148-D7B113503CE8}"/>
              </a:ext>
            </a:extLst>
          </p:cNvPr>
          <p:cNvPicPr>
            <a:picLocks noChangeAspect="1"/>
          </p:cNvPicPr>
          <p:nvPr/>
        </p:nvPicPr>
        <p:blipFill>
          <a:blip r:embed="rId2"/>
          <a:stretch>
            <a:fillRect/>
          </a:stretch>
        </p:blipFill>
        <p:spPr>
          <a:xfrm>
            <a:off x="-21116" y="1422400"/>
            <a:ext cx="12213116" cy="4038600"/>
          </a:xfrm>
          <a:prstGeom prst="rect">
            <a:avLst/>
          </a:prstGeom>
        </p:spPr>
      </p:pic>
      <p:sp>
        <p:nvSpPr>
          <p:cNvPr id="3" name="Right Arrow 2">
            <a:extLst>
              <a:ext uri="{FF2B5EF4-FFF2-40B4-BE49-F238E27FC236}">
                <a16:creationId xmlns:a16="http://schemas.microsoft.com/office/drawing/2014/main" id="{0D098E73-C269-CF32-B7A1-4D8DAC1BBDE2}"/>
              </a:ext>
            </a:extLst>
          </p:cNvPr>
          <p:cNvSpPr/>
          <p:nvPr/>
        </p:nvSpPr>
        <p:spPr>
          <a:xfrm rot="5400000">
            <a:off x="9391650" y="1339850"/>
            <a:ext cx="1612900"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20166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598E9AD-DFC8-0B7B-B910-E71A1D6BF76D}"/>
              </a:ext>
            </a:extLst>
          </p:cNvPr>
          <p:cNvPicPr>
            <a:picLocks noChangeAspect="1"/>
          </p:cNvPicPr>
          <p:nvPr/>
        </p:nvPicPr>
        <p:blipFill>
          <a:blip r:embed="rId3"/>
          <a:stretch>
            <a:fillRect/>
          </a:stretch>
        </p:blipFill>
        <p:spPr>
          <a:xfrm>
            <a:off x="1231900" y="59101"/>
            <a:ext cx="9728200" cy="6739799"/>
          </a:xfrm>
          <a:prstGeom prst="rect">
            <a:avLst/>
          </a:prstGeom>
        </p:spPr>
      </p:pic>
      <p:sp>
        <p:nvSpPr>
          <p:cNvPr id="3" name="Right Arrow 2">
            <a:extLst>
              <a:ext uri="{FF2B5EF4-FFF2-40B4-BE49-F238E27FC236}">
                <a16:creationId xmlns:a16="http://schemas.microsoft.com/office/drawing/2014/main" id="{425FE7D5-E60F-6FE5-B8D3-FE212494BC5C}"/>
              </a:ext>
            </a:extLst>
          </p:cNvPr>
          <p:cNvSpPr/>
          <p:nvPr/>
        </p:nvSpPr>
        <p:spPr>
          <a:xfrm>
            <a:off x="3507474" y="5857259"/>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749800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DBB29-E7B1-B83F-AB23-E1A2ABD473A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9303BF0B-22BB-51A2-FFE3-C8AF063B4532}"/>
              </a:ext>
            </a:extLst>
          </p:cNvPr>
          <p:cNvPicPr>
            <a:picLocks noChangeAspect="1"/>
          </p:cNvPicPr>
          <p:nvPr/>
        </p:nvPicPr>
        <p:blipFill>
          <a:blip r:embed="rId3"/>
          <a:srcRect t="1516" r="1" b="40673"/>
          <a:stretch>
            <a:fillRect/>
          </a:stretch>
        </p:blipFill>
        <p:spPr>
          <a:xfrm>
            <a:off x="1" y="10"/>
            <a:ext cx="11862683" cy="6857990"/>
          </a:xfrm>
          <a:custGeom>
            <a:avLst/>
            <a:gdLst/>
            <a:ahLst/>
            <a:cxnLst/>
            <a:rect l="l" t="t" r="r" b="b"/>
            <a:pathLst>
              <a:path w="11862683" h="6858000">
                <a:moveTo>
                  <a:pt x="0" y="0"/>
                </a:moveTo>
                <a:lnTo>
                  <a:pt x="4038600" y="0"/>
                </a:lnTo>
                <a:lnTo>
                  <a:pt x="4114800" y="0"/>
                </a:lnTo>
                <a:lnTo>
                  <a:pt x="4282294" y="0"/>
                </a:lnTo>
                <a:lnTo>
                  <a:pt x="6139260" y="0"/>
                </a:lnTo>
                <a:lnTo>
                  <a:pt x="6362810" y="0"/>
                </a:lnTo>
                <a:lnTo>
                  <a:pt x="7272221" y="0"/>
                </a:lnTo>
                <a:lnTo>
                  <a:pt x="10815342" y="0"/>
                </a:lnTo>
                <a:cubicBezTo>
                  <a:pt x="10709672" y="35571"/>
                  <a:pt x="10607020" y="78255"/>
                  <a:pt x="10501350" y="110269"/>
                </a:cubicBezTo>
                <a:cubicBezTo>
                  <a:pt x="10516447" y="145839"/>
                  <a:pt x="10531542" y="138725"/>
                  <a:pt x="10546639" y="135168"/>
                </a:cubicBezTo>
                <a:cubicBezTo>
                  <a:pt x="10637212" y="120941"/>
                  <a:pt x="10730806" y="110269"/>
                  <a:pt x="10818360" y="71141"/>
                </a:cubicBezTo>
                <a:cubicBezTo>
                  <a:pt x="10839496" y="64027"/>
                  <a:pt x="10863648" y="64027"/>
                  <a:pt x="10872705" y="88927"/>
                </a:cubicBezTo>
                <a:cubicBezTo>
                  <a:pt x="10887801" y="124497"/>
                  <a:pt x="10866668" y="145839"/>
                  <a:pt x="10845532" y="163625"/>
                </a:cubicBezTo>
                <a:cubicBezTo>
                  <a:pt x="10809304" y="195638"/>
                  <a:pt x="10767036" y="188525"/>
                  <a:pt x="10727787" y="192082"/>
                </a:cubicBezTo>
                <a:cubicBezTo>
                  <a:pt x="10619098" y="209867"/>
                  <a:pt x="10567772" y="259665"/>
                  <a:pt x="10543619" y="373491"/>
                </a:cubicBezTo>
                <a:cubicBezTo>
                  <a:pt x="10637212" y="327250"/>
                  <a:pt x="10730806" y="384162"/>
                  <a:pt x="10821380" y="352148"/>
                </a:cubicBezTo>
                <a:cubicBezTo>
                  <a:pt x="10845532" y="345034"/>
                  <a:pt x="10881763" y="355706"/>
                  <a:pt x="10869686" y="394834"/>
                </a:cubicBezTo>
                <a:cubicBezTo>
                  <a:pt x="10857610" y="430405"/>
                  <a:pt x="10818360" y="458860"/>
                  <a:pt x="10887801" y="451747"/>
                </a:cubicBezTo>
                <a:cubicBezTo>
                  <a:pt x="10939127" y="448189"/>
                  <a:pt x="10954222" y="405504"/>
                  <a:pt x="10969318" y="359262"/>
                </a:cubicBezTo>
                <a:cubicBezTo>
                  <a:pt x="10981394" y="334364"/>
                  <a:pt x="11014605" y="320135"/>
                  <a:pt x="11038758" y="334364"/>
                </a:cubicBezTo>
                <a:cubicBezTo>
                  <a:pt x="11068949" y="348592"/>
                  <a:pt x="11059892" y="387720"/>
                  <a:pt x="11059892" y="416176"/>
                </a:cubicBezTo>
                <a:cubicBezTo>
                  <a:pt x="11062912" y="469532"/>
                  <a:pt x="11038758" y="494431"/>
                  <a:pt x="10996491" y="505101"/>
                </a:cubicBezTo>
                <a:cubicBezTo>
                  <a:pt x="10945164" y="519330"/>
                  <a:pt x="10893840" y="537116"/>
                  <a:pt x="10827418" y="558458"/>
                </a:cubicBezTo>
                <a:cubicBezTo>
                  <a:pt x="10899878" y="594028"/>
                  <a:pt x="10954222" y="586915"/>
                  <a:pt x="11008566" y="558458"/>
                </a:cubicBezTo>
                <a:cubicBezTo>
                  <a:pt x="11074988" y="526444"/>
                  <a:pt x="11162542" y="483759"/>
                  <a:pt x="11216886" y="522887"/>
                </a:cubicBezTo>
                <a:cubicBezTo>
                  <a:pt x="11298403" y="579800"/>
                  <a:pt x="11364824" y="544229"/>
                  <a:pt x="11437284" y="533558"/>
                </a:cubicBezTo>
                <a:cubicBezTo>
                  <a:pt x="11588242" y="512216"/>
                  <a:pt x="11494648" y="480203"/>
                  <a:pt x="11645605" y="462417"/>
                </a:cubicBezTo>
                <a:cubicBezTo>
                  <a:pt x="11705988" y="455303"/>
                  <a:pt x="11769390" y="426847"/>
                  <a:pt x="11856944" y="465975"/>
                </a:cubicBezTo>
                <a:cubicBezTo>
                  <a:pt x="11461437" y="672284"/>
                  <a:pt x="11274250" y="658055"/>
                  <a:pt x="10921012" y="910606"/>
                </a:cubicBezTo>
                <a:cubicBezTo>
                  <a:pt x="10936107" y="935506"/>
                  <a:pt x="10951202" y="924835"/>
                  <a:pt x="10966299" y="921277"/>
                </a:cubicBezTo>
                <a:cubicBezTo>
                  <a:pt x="10990452" y="917720"/>
                  <a:pt x="11020644" y="903491"/>
                  <a:pt x="11026682" y="949734"/>
                </a:cubicBezTo>
                <a:cubicBezTo>
                  <a:pt x="11029702" y="985305"/>
                  <a:pt x="11011585" y="1003089"/>
                  <a:pt x="10981394" y="1006647"/>
                </a:cubicBezTo>
                <a:cubicBezTo>
                  <a:pt x="10893840" y="1020875"/>
                  <a:pt x="10815342" y="1070674"/>
                  <a:pt x="10736844" y="1113358"/>
                </a:cubicBezTo>
                <a:cubicBezTo>
                  <a:pt x="10700615" y="1131144"/>
                  <a:pt x="10661366" y="1156043"/>
                  <a:pt x="10676462" y="1220069"/>
                </a:cubicBezTo>
                <a:cubicBezTo>
                  <a:pt x="10706652" y="1237855"/>
                  <a:pt x="10727787" y="1212955"/>
                  <a:pt x="10751940" y="1209399"/>
                </a:cubicBezTo>
                <a:cubicBezTo>
                  <a:pt x="10776093" y="1205842"/>
                  <a:pt x="10833457" y="1220069"/>
                  <a:pt x="10818360" y="1230741"/>
                </a:cubicBezTo>
                <a:cubicBezTo>
                  <a:pt x="10748920" y="1269868"/>
                  <a:pt x="10875724" y="1365909"/>
                  <a:pt x="10791190" y="1365909"/>
                </a:cubicBezTo>
                <a:cubicBezTo>
                  <a:pt x="10652309" y="1365909"/>
                  <a:pt x="10576830" y="1536647"/>
                  <a:pt x="10443988" y="1540204"/>
                </a:cubicBezTo>
                <a:cubicBezTo>
                  <a:pt x="10422854" y="1540204"/>
                  <a:pt x="10413797" y="1572219"/>
                  <a:pt x="10413797" y="1597117"/>
                </a:cubicBezTo>
                <a:cubicBezTo>
                  <a:pt x="10413797" y="1629132"/>
                  <a:pt x="10434930" y="1632688"/>
                  <a:pt x="10456064" y="1636245"/>
                </a:cubicBezTo>
                <a:cubicBezTo>
                  <a:pt x="10489275" y="1639802"/>
                  <a:pt x="10525504" y="1597117"/>
                  <a:pt x="10567772" y="1657587"/>
                </a:cubicBezTo>
                <a:cubicBezTo>
                  <a:pt x="10489275" y="1693158"/>
                  <a:pt x="10407758" y="1728729"/>
                  <a:pt x="10410777" y="1849668"/>
                </a:cubicBezTo>
                <a:cubicBezTo>
                  <a:pt x="10410777" y="1881683"/>
                  <a:pt x="10377566" y="1895910"/>
                  <a:pt x="10353413" y="1903025"/>
                </a:cubicBezTo>
                <a:cubicBezTo>
                  <a:pt x="10311146" y="1917252"/>
                  <a:pt x="10277935" y="1938595"/>
                  <a:pt x="10253782" y="1984836"/>
                </a:cubicBezTo>
                <a:cubicBezTo>
                  <a:pt x="10253782" y="1995507"/>
                  <a:pt x="10253782" y="2002622"/>
                  <a:pt x="10253782" y="2013292"/>
                </a:cubicBezTo>
                <a:cubicBezTo>
                  <a:pt x="10259820" y="2123562"/>
                  <a:pt x="10320202" y="2120004"/>
                  <a:pt x="10386624" y="2102219"/>
                </a:cubicBezTo>
                <a:cubicBezTo>
                  <a:pt x="10465122" y="2080877"/>
                  <a:pt x="10543619" y="2038192"/>
                  <a:pt x="10628156" y="2077320"/>
                </a:cubicBezTo>
                <a:cubicBezTo>
                  <a:pt x="10510408" y="2130676"/>
                  <a:pt x="10380586" y="2134233"/>
                  <a:pt x="10271896" y="2208931"/>
                </a:cubicBezTo>
                <a:cubicBezTo>
                  <a:pt x="10676462" y="2223159"/>
                  <a:pt x="11032720" y="1984836"/>
                  <a:pt x="11425208" y="1892353"/>
                </a:cubicBezTo>
                <a:cubicBezTo>
                  <a:pt x="11413131" y="1952823"/>
                  <a:pt x="11379920" y="1967051"/>
                  <a:pt x="11352748" y="1974165"/>
                </a:cubicBezTo>
                <a:cubicBezTo>
                  <a:pt x="11207830" y="2020407"/>
                  <a:pt x="11081026" y="2112891"/>
                  <a:pt x="10948184" y="2191146"/>
                </a:cubicBezTo>
                <a:cubicBezTo>
                  <a:pt x="10893840" y="2223159"/>
                  <a:pt x="10854590" y="2258731"/>
                  <a:pt x="10833457" y="2326314"/>
                </a:cubicBezTo>
                <a:cubicBezTo>
                  <a:pt x="10815342" y="2390340"/>
                  <a:pt x="10779112" y="2418796"/>
                  <a:pt x="10712690" y="2401012"/>
                </a:cubicBezTo>
                <a:cubicBezTo>
                  <a:pt x="10658346" y="2386784"/>
                  <a:pt x="10600982" y="2393898"/>
                  <a:pt x="10543619" y="2401012"/>
                </a:cubicBezTo>
                <a:cubicBezTo>
                  <a:pt x="10480218" y="2408126"/>
                  <a:pt x="10407758" y="2479267"/>
                  <a:pt x="10422854" y="2518395"/>
                </a:cubicBezTo>
                <a:cubicBezTo>
                  <a:pt x="10453044" y="2582422"/>
                  <a:pt x="10504370" y="2550408"/>
                  <a:pt x="10546639" y="2543294"/>
                </a:cubicBezTo>
                <a:cubicBezTo>
                  <a:pt x="10597964" y="2536181"/>
                  <a:pt x="10691556" y="2518395"/>
                  <a:pt x="10691556" y="2525509"/>
                </a:cubicBezTo>
                <a:cubicBezTo>
                  <a:pt x="10724768" y="2685576"/>
                  <a:pt x="10800246" y="2564636"/>
                  <a:pt x="10854590" y="2564636"/>
                </a:cubicBezTo>
                <a:cubicBezTo>
                  <a:pt x="10905916" y="2564636"/>
                  <a:pt x="10957241" y="2546851"/>
                  <a:pt x="11005548" y="2532623"/>
                </a:cubicBezTo>
                <a:cubicBezTo>
                  <a:pt x="11068949" y="2514837"/>
                  <a:pt x="11126312" y="2546851"/>
                  <a:pt x="11186696" y="2553965"/>
                </a:cubicBezTo>
                <a:cubicBezTo>
                  <a:pt x="11241040" y="2561080"/>
                  <a:pt x="11210850" y="2653563"/>
                  <a:pt x="11244060" y="2692689"/>
                </a:cubicBezTo>
                <a:cubicBezTo>
                  <a:pt x="11250097" y="2703362"/>
                  <a:pt x="11256136" y="2703362"/>
                  <a:pt x="11262174" y="2703362"/>
                </a:cubicBezTo>
                <a:cubicBezTo>
                  <a:pt x="11280289" y="2980812"/>
                  <a:pt x="11597299" y="2913227"/>
                  <a:pt x="11597299" y="2923898"/>
                </a:cubicBezTo>
                <a:cubicBezTo>
                  <a:pt x="11624471" y="2941684"/>
                  <a:pt x="11657682" y="2899000"/>
                  <a:pt x="11690892" y="2941684"/>
                </a:cubicBezTo>
                <a:cubicBezTo>
                  <a:pt x="11548993" y="3137322"/>
                  <a:pt x="11331614" y="3183563"/>
                  <a:pt x="11138390" y="3329402"/>
                </a:cubicBezTo>
                <a:cubicBezTo>
                  <a:pt x="11298403" y="3379202"/>
                  <a:pt x="11391998" y="3208463"/>
                  <a:pt x="11509744" y="3229805"/>
                </a:cubicBezTo>
                <a:cubicBezTo>
                  <a:pt x="11567107" y="3283162"/>
                  <a:pt x="11395016" y="3368530"/>
                  <a:pt x="11561068" y="3393429"/>
                </a:cubicBezTo>
                <a:cubicBezTo>
                  <a:pt x="11488610" y="3439672"/>
                  <a:pt x="11437284" y="3485914"/>
                  <a:pt x="11385959" y="3539269"/>
                </a:cubicBezTo>
                <a:cubicBezTo>
                  <a:pt x="11298403" y="3635309"/>
                  <a:pt x="11280289" y="3699337"/>
                  <a:pt x="11322556" y="3827390"/>
                </a:cubicBezTo>
                <a:cubicBezTo>
                  <a:pt x="11349730" y="3912759"/>
                  <a:pt x="11388978" y="3991015"/>
                  <a:pt x="11352748" y="4090612"/>
                </a:cubicBezTo>
                <a:cubicBezTo>
                  <a:pt x="11328595" y="4158196"/>
                  <a:pt x="11337653" y="4204438"/>
                  <a:pt x="11428226" y="4172424"/>
                </a:cubicBezTo>
                <a:cubicBezTo>
                  <a:pt x="11524840" y="4140411"/>
                  <a:pt x="11561068" y="4200882"/>
                  <a:pt x="11536915" y="4321821"/>
                </a:cubicBezTo>
                <a:cubicBezTo>
                  <a:pt x="11521821" y="4400076"/>
                  <a:pt x="11536915" y="4424975"/>
                  <a:pt x="11603338" y="4414305"/>
                </a:cubicBezTo>
                <a:cubicBezTo>
                  <a:pt x="11675796" y="4403633"/>
                  <a:pt x="11745236" y="4353835"/>
                  <a:pt x="11835811" y="4378734"/>
                </a:cubicBezTo>
                <a:cubicBezTo>
                  <a:pt x="11763352" y="4521016"/>
                  <a:pt x="11609374" y="4478331"/>
                  <a:pt x="11524840" y="4613499"/>
                </a:cubicBezTo>
                <a:cubicBezTo>
                  <a:pt x="11624471" y="4613499"/>
                  <a:pt x="11702969" y="4613499"/>
                  <a:pt x="11775427" y="4585042"/>
                </a:cubicBezTo>
                <a:cubicBezTo>
                  <a:pt x="11805619" y="4574373"/>
                  <a:pt x="11838830" y="4560144"/>
                  <a:pt x="11856944" y="4602828"/>
                </a:cubicBezTo>
                <a:cubicBezTo>
                  <a:pt x="11878080" y="4652628"/>
                  <a:pt x="11835811" y="4670412"/>
                  <a:pt x="11811658" y="4677526"/>
                </a:cubicBezTo>
                <a:cubicBezTo>
                  <a:pt x="11742216" y="4702425"/>
                  <a:pt x="11687874" y="4759339"/>
                  <a:pt x="11627490" y="4805580"/>
                </a:cubicBezTo>
                <a:cubicBezTo>
                  <a:pt x="11497668" y="4905177"/>
                  <a:pt x="11355767" y="4990547"/>
                  <a:pt x="11247078" y="5154171"/>
                </a:cubicBezTo>
                <a:cubicBezTo>
                  <a:pt x="11382940" y="5111487"/>
                  <a:pt x="11485590" y="5011889"/>
                  <a:pt x="11615414" y="4994104"/>
                </a:cubicBezTo>
                <a:cubicBezTo>
                  <a:pt x="11503704" y="5143500"/>
                  <a:pt x="11361806" y="5243097"/>
                  <a:pt x="11228964" y="5353367"/>
                </a:cubicBezTo>
                <a:cubicBezTo>
                  <a:pt x="11189714" y="5385379"/>
                  <a:pt x="11150466" y="5406721"/>
                  <a:pt x="11144428" y="5474306"/>
                </a:cubicBezTo>
                <a:cubicBezTo>
                  <a:pt x="11126312" y="5605917"/>
                  <a:pt x="11078008" y="5712629"/>
                  <a:pt x="10969318" y="5769542"/>
                </a:cubicBezTo>
                <a:cubicBezTo>
                  <a:pt x="10969318" y="5769542"/>
                  <a:pt x="10975356" y="5790884"/>
                  <a:pt x="10978374" y="5801555"/>
                </a:cubicBezTo>
                <a:cubicBezTo>
                  <a:pt x="11044797" y="5805112"/>
                  <a:pt x="11096122" y="5726858"/>
                  <a:pt x="11177639" y="5755314"/>
                </a:cubicBezTo>
                <a:cubicBezTo>
                  <a:pt x="11096122" y="5862025"/>
                  <a:pt x="11029702" y="5954508"/>
                  <a:pt x="10917992" y="6004307"/>
                </a:cubicBezTo>
                <a:cubicBezTo>
                  <a:pt x="10827418" y="6043434"/>
                  <a:pt x="10715710" y="6068335"/>
                  <a:pt x="10649289" y="6196388"/>
                </a:cubicBezTo>
                <a:cubicBezTo>
                  <a:pt x="10724768" y="6221287"/>
                  <a:pt x="10782132" y="6189274"/>
                  <a:pt x="10839496" y="6167932"/>
                </a:cubicBezTo>
                <a:cubicBezTo>
                  <a:pt x="10927050" y="6132361"/>
                  <a:pt x="11014605" y="6093234"/>
                  <a:pt x="11102160" y="6057663"/>
                </a:cubicBezTo>
                <a:cubicBezTo>
                  <a:pt x="11135372" y="6043434"/>
                  <a:pt x="11171600" y="6036320"/>
                  <a:pt x="11192734" y="6100347"/>
                </a:cubicBezTo>
                <a:cubicBezTo>
                  <a:pt x="11081026" y="6114575"/>
                  <a:pt x="11014605" y="6199945"/>
                  <a:pt x="10945164" y="6281757"/>
                </a:cubicBezTo>
                <a:cubicBezTo>
                  <a:pt x="10905916" y="6327999"/>
                  <a:pt x="10872705" y="6388469"/>
                  <a:pt x="10803265" y="6367127"/>
                </a:cubicBezTo>
                <a:cubicBezTo>
                  <a:pt x="10767036" y="6356456"/>
                  <a:pt x="10742882" y="6388469"/>
                  <a:pt x="10745901" y="6431153"/>
                </a:cubicBezTo>
                <a:cubicBezTo>
                  <a:pt x="10760998" y="6580550"/>
                  <a:pt x="10673442" y="6630349"/>
                  <a:pt x="10582868" y="6658805"/>
                </a:cubicBezTo>
                <a:cubicBezTo>
                  <a:pt x="10450026" y="6701489"/>
                  <a:pt x="10332280" y="6786859"/>
                  <a:pt x="10208496" y="6858000"/>
                </a:cubicBezTo>
                <a:lnTo>
                  <a:pt x="7272221" y="6858000"/>
                </a:lnTo>
                <a:lnTo>
                  <a:pt x="6362810" y="6858000"/>
                </a:lnTo>
                <a:lnTo>
                  <a:pt x="6139260" y="6858000"/>
                </a:lnTo>
                <a:lnTo>
                  <a:pt x="4282294" y="6858000"/>
                </a:lnTo>
                <a:lnTo>
                  <a:pt x="4114800" y="6858000"/>
                </a:lnTo>
                <a:lnTo>
                  <a:pt x="4038600" y="6858000"/>
                </a:lnTo>
                <a:lnTo>
                  <a:pt x="0" y="6858000"/>
                </a:lnTo>
                <a:close/>
              </a:path>
            </a:pathLst>
          </a:custGeom>
        </p:spPr>
      </p:pic>
    </p:spTree>
    <p:extLst>
      <p:ext uri="{BB962C8B-B14F-4D97-AF65-F5344CB8AC3E}">
        <p14:creationId xmlns:p14="http://schemas.microsoft.com/office/powerpoint/2010/main" val="25176063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diagram of a system&#10;&#10;AI-generated content may be incorrect.">
            <a:extLst>
              <a:ext uri="{FF2B5EF4-FFF2-40B4-BE49-F238E27FC236}">
                <a16:creationId xmlns:a16="http://schemas.microsoft.com/office/drawing/2014/main" id="{880F0360-B21D-C779-CE5E-4F74BD0A0F8E}"/>
              </a:ext>
            </a:extLst>
          </p:cNvPr>
          <p:cNvPicPr>
            <a:picLocks noChangeAspect="1"/>
          </p:cNvPicPr>
          <p:nvPr/>
        </p:nvPicPr>
        <p:blipFill>
          <a:blip r:embed="rId2"/>
          <a:stretch>
            <a:fillRect/>
          </a:stretch>
        </p:blipFill>
        <p:spPr>
          <a:xfrm>
            <a:off x="1098550" y="-1"/>
            <a:ext cx="9994900" cy="7165835"/>
          </a:xfrm>
          <a:prstGeom prst="rect">
            <a:avLst/>
          </a:prstGeom>
        </p:spPr>
      </p:pic>
    </p:spTree>
    <p:extLst>
      <p:ext uri="{BB962C8B-B14F-4D97-AF65-F5344CB8AC3E}">
        <p14:creationId xmlns:p14="http://schemas.microsoft.com/office/powerpoint/2010/main" val="29011743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B06E5DD-EA35-9CC8-95D2-AF1CD1A08542}"/>
              </a:ext>
            </a:extLst>
          </p:cNvPr>
          <p:cNvPicPr>
            <a:picLocks noChangeAspect="1"/>
          </p:cNvPicPr>
          <p:nvPr/>
        </p:nvPicPr>
        <p:blipFill>
          <a:blip r:embed="rId2"/>
          <a:stretch>
            <a:fillRect/>
          </a:stretch>
        </p:blipFill>
        <p:spPr>
          <a:xfrm>
            <a:off x="0" y="763650"/>
            <a:ext cx="12192000" cy="5330701"/>
          </a:xfrm>
          <a:prstGeom prst="rect">
            <a:avLst/>
          </a:prstGeom>
        </p:spPr>
      </p:pic>
      <p:sp>
        <p:nvSpPr>
          <p:cNvPr id="3" name="Right Arrow 2">
            <a:extLst>
              <a:ext uri="{FF2B5EF4-FFF2-40B4-BE49-F238E27FC236}">
                <a16:creationId xmlns:a16="http://schemas.microsoft.com/office/drawing/2014/main" id="{D34E1C90-9896-BC4F-C5BD-E675FB219617}"/>
              </a:ext>
            </a:extLst>
          </p:cNvPr>
          <p:cNvSpPr/>
          <p:nvPr/>
        </p:nvSpPr>
        <p:spPr>
          <a:xfrm>
            <a:off x="6540500" y="2578100"/>
            <a:ext cx="825500" cy="6985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872999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78DF853-6BF6-EAB1-8A39-DA80069F03B8}"/>
            </a:ext>
          </a:extLst>
        </p:cNvPr>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A167B4BD-9064-E3F0-6D61-6299AE2916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33" name="Rectangle 1032">
            <a:extLst>
              <a:ext uri="{FF2B5EF4-FFF2-40B4-BE49-F238E27FC236}">
                <a16:creationId xmlns:a16="http://schemas.microsoft.com/office/drawing/2014/main" id="{DFDE1F83-40E5-FEF7-55E6-EADA2BD476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3"/>
            <a:ext cx="12192000" cy="6858000"/>
          </a:xfrm>
          <a:prstGeom prst="rect">
            <a:avLst/>
          </a:prstGeom>
          <a:gradFill>
            <a:gsLst>
              <a:gs pos="0">
                <a:srgbClr val="000000"/>
              </a:gs>
              <a:gs pos="100000">
                <a:schemeClr val="accent1">
                  <a:lumMod val="7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35" name="Rectangle 1034">
            <a:extLst>
              <a:ext uri="{FF2B5EF4-FFF2-40B4-BE49-F238E27FC236}">
                <a16:creationId xmlns:a16="http://schemas.microsoft.com/office/drawing/2014/main" id="{8CBDFC1C-8DA8-FD6C-4305-CD41D5FD99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80861" y="0"/>
            <a:ext cx="7661934" cy="6858000"/>
          </a:xfrm>
          <a:prstGeom prst="rect">
            <a:avLst/>
          </a:prstGeom>
          <a:gradFill>
            <a:gsLst>
              <a:gs pos="0">
                <a:schemeClr val="accent1">
                  <a:lumMod val="75000"/>
                  <a:alpha val="45000"/>
                </a:schemeClr>
              </a:gs>
              <a:gs pos="100000">
                <a:srgbClr val="000000">
                  <a:alpha val="29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37" name="Rectangle 1036">
            <a:extLst>
              <a:ext uri="{FF2B5EF4-FFF2-40B4-BE49-F238E27FC236}">
                <a16:creationId xmlns:a16="http://schemas.microsoft.com/office/drawing/2014/main" id="{6BA88BB0-60EE-246C-8162-1A1E094B67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0862" y="-6"/>
            <a:ext cx="11711138" cy="6410334"/>
          </a:xfrm>
          <a:prstGeom prst="rect">
            <a:avLst/>
          </a:prstGeom>
          <a:gradFill>
            <a:gsLst>
              <a:gs pos="0">
                <a:schemeClr val="accent1">
                  <a:alpha val="0"/>
                </a:schemeClr>
              </a:gs>
              <a:gs pos="100000">
                <a:srgbClr val="000000">
                  <a:alpha val="41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0AFB1139-9A6A-5901-30BF-76AACA118D76}"/>
              </a:ext>
            </a:extLst>
          </p:cNvPr>
          <p:cNvSpPr txBox="1"/>
          <p:nvPr/>
        </p:nvSpPr>
        <p:spPr>
          <a:xfrm>
            <a:off x="1127208" y="857251"/>
            <a:ext cx="4747280" cy="3098061"/>
          </a:xfrm>
          <a:prstGeom prst="rect">
            <a:avLst/>
          </a:prstGeom>
        </p:spPr>
        <p:txBody>
          <a:bodyPr vert="horz" lIns="91440" tIns="45720" rIns="91440" bIns="45720" rtlCol="0" anchor="b">
            <a:normAutofit/>
          </a:bodyPr>
          <a:lstStyle/>
          <a:p>
            <a:pPr marL="0" marR="0" lvl="0" indent="0" algn="l" defTabSz="914400" rtl="0" eaLnBrk="1" fontAlgn="auto" latinLnBrk="0" hangingPunct="1">
              <a:lnSpc>
                <a:spcPct val="90000"/>
              </a:lnSpc>
              <a:spcBef>
                <a:spcPct val="0"/>
              </a:spcBef>
              <a:spcAft>
                <a:spcPts val="600"/>
              </a:spcAft>
              <a:buClrTx/>
              <a:buSzTx/>
              <a:buFontTx/>
              <a:buNone/>
              <a:tabLst/>
              <a:defRPr/>
            </a:pPr>
            <a:r>
              <a:rPr lang="en-US" sz="4800" dirty="0">
                <a:solidFill>
                  <a:srgbClr val="FFFFFF"/>
                </a:solidFill>
                <a:latin typeface="Aptos Display" panose="02110004020202020204"/>
              </a:rPr>
              <a:t>Azure Event Hubs</a:t>
            </a:r>
            <a:endParaRPr kumimoji="0" lang="en-US" sz="4800" b="0" i="0" u="none" strike="noStrike" kern="1200" cap="none" spc="0" normalizeH="0" baseline="0" noProof="0" dirty="0">
              <a:ln>
                <a:noFill/>
              </a:ln>
              <a:solidFill>
                <a:srgbClr val="FFFFFF"/>
              </a:solidFill>
              <a:effectLst/>
              <a:uLnTx/>
              <a:uFillTx/>
              <a:latin typeface="Aptos Display" panose="02110004020202020204"/>
              <a:ea typeface="+mn-ea"/>
              <a:cs typeface="+mn-cs"/>
            </a:endParaRPr>
          </a:p>
        </p:txBody>
      </p:sp>
      <p:sp>
        <p:nvSpPr>
          <p:cNvPr id="1039" name="Rectangle 1038">
            <a:extLst>
              <a:ext uri="{FF2B5EF4-FFF2-40B4-BE49-F238E27FC236}">
                <a16:creationId xmlns:a16="http://schemas.microsoft.com/office/drawing/2014/main" id="{44B11898-5B63-DD23-F594-B73FF91DBA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844797" y="-489206"/>
            <a:ext cx="2502408" cy="12191998"/>
          </a:xfrm>
          <a:prstGeom prst="rect">
            <a:avLst/>
          </a:prstGeom>
          <a:gradFill>
            <a:gsLst>
              <a:gs pos="0">
                <a:schemeClr val="accent1">
                  <a:alpha val="24000"/>
                </a:schemeClr>
              </a:gs>
              <a:gs pos="78000">
                <a:schemeClr val="accent1">
                  <a:lumMod val="50000"/>
                  <a:alpha val="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41" name="Oval 1040">
            <a:extLst>
              <a:ext uri="{FF2B5EF4-FFF2-40B4-BE49-F238E27FC236}">
                <a16:creationId xmlns:a16="http://schemas.microsoft.com/office/drawing/2014/main" id="{4A83742F-1595-6E83-9D82-E30A7132A4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90589" y="1062544"/>
            <a:ext cx="4756162" cy="475616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3076" name="Picture 4" descr="Pricing - Event Hubs | Microsoft Azure">
            <a:extLst>
              <a:ext uri="{FF2B5EF4-FFF2-40B4-BE49-F238E27FC236}">
                <a16:creationId xmlns:a16="http://schemas.microsoft.com/office/drawing/2014/main" id="{F4E6515A-E4A9-7BC1-C5EC-BBE4D30D0E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00088" y="2455138"/>
            <a:ext cx="3737164" cy="19620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86812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diagram&#10;&#10;AI-generated content may be incorrect.">
            <a:extLst>
              <a:ext uri="{FF2B5EF4-FFF2-40B4-BE49-F238E27FC236}">
                <a16:creationId xmlns:a16="http://schemas.microsoft.com/office/drawing/2014/main" id="{9651FE59-B8D1-C666-3C88-C41F98C46649}"/>
              </a:ext>
            </a:extLst>
          </p:cNvPr>
          <p:cNvPicPr>
            <a:picLocks noChangeAspect="1"/>
          </p:cNvPicPr>
          <p:nvPr/>
        </p:nvPicPr>
        <p:blipFill>
          <a:blip r:embed="rId3"/>
          <a:stretch>
            <a:fillRect/>
          </a:stretch>
        </p:blipFill>
        <p:spPr>
          <a:xfrm>
            <a:off x="1419225" y="-1"/>
            <a:ext cx="9353550" cy="6894627"/>
          </a:xfrm>
          <a:prstGeom prst="rect">
            <a:avLst/>
          </a:prstGeom>
        </p:spPr>
      </p:pic>
    </p:spTree>
    <p:extLst>
      <p:ext uri="{BB962C8B-B14F-4D97-AF65-F5344CB8AC3E}">
        <p14:creationId xmlns:p14="http://schemas.microsoft.com/office/powerpoint/2010/main" val="7144773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27AB7C-6CCC-AEFC-CE89-3D660D2327B2}"/>
              </a:ext>
            </a:extLst>
          </p:cNvPr>
          <p:cNvPicPr>
            <a:picLocks noChangeAspect="1"/>
          </p:cNvPicPr>
          <p:nvPr/>
        </p:nvPicPr>
        <p:blipFill>
          <a:blip r:embed="rId3"/>
          <a:stretch>
            <a:fillRect/>
          </a:stretch>
        </p:blipFill>
        <p:spPr>
          <a:xfrm>
            <a:off x="1269714" y="85299"/>
            <a:ext cx="9652572" cy="6687403"/>
          </a:xfrm>
          <a:prstGeom prst="rect">
            <a:avLst/>
          </a:prstGeom>
        </p:spPr>
      </p:pic>
    </p:spTree>
    <p:extLst>
      <p:ext uri="{BB962C8B-B14F-4D97-AF65-F5344CB8AC3E}">
        <p14:creationId xmlns:p14="http://schemas.microsoft.com/office/powerpoint/2010/main" val="13917515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33B0E15-D274-5181-2A0D-C395EDB2A78A}"/>
              </a:ext>
            </a:extLst>
          </p:cNvPr>
          <p:cNvPicPr>
            <a:picLocks noChangeAspect="1"/>
          </p:cNvPicPr>
          <p:nvPr/>
        </p:nvPicPr>
        <p:blipFill>
          <a:blip r:embed="rId2"/>
          <a:stretch>
            <a:fillRect/>
          </a:stretch>
        </p:blipFill>
        <p:spPr>
          <a:xfrm>
            <a:off x="289345" y="0"/>
            <a:ext cx="11613311" cy="6858000"/>
          </a:xfrm>
          <a:prstGeom prst="rect">
            <a:avLst/>
          </a:prstGeom>
        </p:spPr>
      </p:pic>
      <p:sp>
        <p:nvSpPr>
          <p:cNvPr id="3" name="Right Arrow 2">
            <a:extLst>
              <a:ext uri="{FF2B5EF4-FFF2-40B4-BE49-F238E27FC236}">
                <a16:creationId xmlns:a16="http://schemas.microsoft.com/office/drawing/2014/main" id="{C4EE4DA8-ADC1-564D-B5AA-5B461C358EBC}"/>
              </a:ext>
            </a:extLst>
          </p:cNvPr>
          <p:cNvSpPr/>
          <p:nvPr/>
        </p:nvSpPr>
        <p:spPr>
          <a:xfrm>
            <a:off x="2988860" y="4301415"/>
            <a:ext cx="930511"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17291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4BBB14-69A2-1A7E-052C-F35ACECAC524}"/>
              </a:ext>
            </a:extLst>
          </p:cNvPr>
          <p:cNvPicPr>
            <a:picLocks noChangeAspect="1"/>
          </p:cNvPicPr>
          <p:nvPr/>
        </p:nvPicPr>
        <p:blipFill>
          <a:blip r:embed="rId3"/>
          <a:stretch>
            <a:fillRect/>
          </a:stretch>
        </p:blipFill>
        <p:spPr>
          <a:xfrm>
            <a:off x="289345" y="0"/>
            <a:ext cx="11613311" cy="6858000"/>
          </a:xfrm>
          <a:prstGeom prst="rect">
            <a:avLst/>
          </a:prstGeom>
        </p:spPr>
      </p:pic>
      <p:sp>
        <p:nvSpPr>
          <p:cNvPr id="3" name="Right Arrow 2">
            <a:extLst>
              <a:ext uri="{FF2B5EF4-FFF2-40B4-BE49-F238E27FC236}">
                <a16:creationId xmlns:a16="http://schemas.microsoft.com/office/drawing/2014/main" id="{31B0824E-678E-6A2C-2BDD-3D7598F93D5C}"/>
              </a:ext>
            </a:extLst>
          </p:cNvPr>
          <p:cNvSpPr/>
          <p:nvPr/>
        </p:nvSpPr>
        <p:spPr>
          <a:xfrm>
            <a:off x="3002508" y="3497240"/>
            <a:ext cx="985102"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26748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9363F17-69D2-C808-8F45-A144AECE982A}"/>
              </a:ext>
            </a:extLst>
          </p:cNvPr>
          <p:cNvPicPr>
            <a:picLocks noChangeAspect="1"/>
          </p:cNvPicPr>
          <p:nvPr/>
        </p:nvPicPr>
        <p:blipFill>
          <a:blip r:embed="rId2"/>
          <a:stretch>
            <a:fillRect/>
          </a:stretch>
        </p:blipFill>
        <p:spPr>
          <a:xfrm>
            <a:off x="1243642" y="0"/>
            <a:ext cx="9704717" cy="6858000"/>
          </a:xfrm>
          <a:prstGeom prst="rect">
            <a:avLst/>
          </a:prstGeom>
        </p:spPr>
      </p:pic>
      <p:sp>
        <p:nvSpPr>
          <p:cNvPr id="3" name="Right Arrow 2">
            <a:extLst>
              <a:ext uri="{FF2B5EF4-FFF2-40B4-BE49-F238E27FC236}">
                <a16:creationId xmlns:a16="http://schemas.microsoft.com/office/drawing/2014/main" id="{69DD08BA-F9AC-886B-2390-71DBBD3FDA02}"/>
              </a:ext>
            </a:extLst>
          </p:cNvPr>
          <p:cNvSpPr/>
          <p:nvPr/>
        </p:nvSpPr>
        <p:spPr>
          <a:xfrm rot="16200000">
            <a:off x="10058400" y="5447826"/>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041500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7F784A9-69C0-3881-0E7F-3568F829E2F2}"/>
              </a:ext>
            </a:extLst>
          </p:cNvPr>
          <p:cNvPicPr>
            <a:picLocks noChangeAspect="1"/>
          </p:cNvPicPr>
          <p:nvPr/>
        </p:nvPicPr>
        <p:blipFill>
          <a:blip r:embed="rId3"/>
          <a:stretch>
            <a:fillRect/>
          </a:stretch>
        </p:blipFill>
        <p:spPr>
          <a:xfrm>
            <a:off x="-63880" y="0"/>
            <a:ext cx="12319760" cy="6858000"/>
          </a:xfrm>
          <a:prstGeom prst="rect">
            <a:avLst/>
          </a:prstGeom>
        </p:spPr>
      </p:pic>
      <p:sp>
        <p:nvSpPr>
          <p:cNvPr id="4" name="Right Arrow 3">
            <a:extLst>
              <a:ext uri="{FF2B5EF4-FFF2-40B4-BE49-F238E27FC236}">
                <a16:creationId xmlns:a16="http://schemas.microsoft.com/office/drawing/2014/main" id="{94D075A4-D1E5-F92A-4C4B-BC828058558B}"/>
              </a:ext>
            </a:extLst>
          </p:cNvPr>
          <p:cNvSpPr/>
          <p:nvPr/>
        </p:nvSpPr>
        <p:spPr>
          <a:xfrm rot="10800000">
            <a:off x="9157648" y="3619026"/>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334082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D51D726-71BF-97DC-C25E-58A7F4BF9DFE}"/>
              </a:ext>
            </a:extLst>
          </p:cNvPr>
          <p:cNvPicPr>
            <a:picLocks noChangeAspect="1"/>
          </p:cNvPicPr>
          <p:nvPr/>
        </p:nvPicPr>
        <p:blipFill>
          <a:blip r:embed="rId3"/>
          <a:stretch>
            <a:fillRect/>
          </a:stretch>
        </p:blipFill>
        <p:spPr>
          <a:xfrm>
            <a:off x="621400" y="683480"/>
            <a:ext cx="10949201" cy="5491041"/>
          </a:xfrm>
          <a:prstGeom prst="rect">
            <a:avLst/>
          </a:prstGeom>
        </p:spPr>
      </p:pic>
      <p:sp>
        <p:nvSpPr>
          <p:cNvPr id="3" name="Right Arrow 2">
            <a:extLst>
              <a:ext uri="{FF2B5EF4-FFF2-40B4-BE49-F238E27FC236}">
                <a16:creationId xmlns:a16="http://schemas.microsoft.com/office/drawing/2014/main" id="{328BD24F-D93C-5739-5C05-75F28C9F5755}"/>
              </a:ext>
            </a:extLst>
          </p:cNvPr>
          <p:cNvSpPr/>
          <p:nvPr/>
        </p:nvSpPr>
        <p:spPr>
          <a:xfrm rot="12877950">
            <a:off x="3432222" y="5475122"/>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6803171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5EA0B5E-8668-C3DF-272E-966CD653BED9}"/>
              </a:ext>
            </a:extLst>
          </p:cNvPr>
          <p:cNvPicPr>
            <a:picLocks noChangeAspect="1"/>
          </p:cNvPicPr>
          <p:nvPr/>
        </p:nvPicPr>
        <p:blipFill>
          <a:blip r:embed="rId3"/>
          <a:stretch>
            <a:fillRect/>
          </a:stretch>
        </p:blipFill>
        <p:spPr>
          <a:xfrm>
            <a:off x="2051012" y="0"/>
            <a:ext cx="8089976" cy="6858000"/>
          </a:xfrm>
          <a:prstGeom prst="rect">
            <a:avLst/>
          </a:prstGeom>
        </p:spPr>
      </p:pic>
      <p:sp>
        <p:nvSpPr>
          <p:cNvPr id="3" name="Right Arrow 2">
            <a:extLst>
              <a:ext uri="{FF2B5EF4-FFF2-40B4-BE49-F238E27FC236}">
                <a16:creationId xmlns:a16="http://schemas.microsoft.com/office/drawing/2014/main" id="{A64BF07E-F891-8E91-5368-190A141EF552}"/>
              </a:ext>
            </a:extLst>
          </p:cNvPr>
          <p:cNvSpPr/>
          <p:nvPr/>
        </p:nvSpPr>
        <p:spPr>
          <a:xfrm>
            <a:off x="3903260" y="5311350"/>
            <a:ext cx="930511"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564172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CC7CEA7-9C7C-97A0-6DB7-62D660D7AEE3}"/>
              </a:ext>
            </a:extLst>
          </p:cNvPr>
          <p:cNvPicPr>
            <a:picLocks noChangeAspect="1"/>
          </p:cNvPicPr>
          <p:nvPr/>
        </p:nvPicPr>
        <p:blipFill>
          <a:blip r:embed="rId3"/>
          <a:stretch>
            <a:fillRect/>
          </a:stretch>
        </p:blipFill>
        <p:spPr>
          <a:xfrm>
            <a:off x="436511" y="713096"/>
            <a:ext cx="11318979" cy="5431809"/>
          </a:xfrm>
          <a:prstGeom prst="rect">
            <a:avLst/>
          </a:prstGeom>
        </p:spPr>
      </p:pic>
      <p:sp>
        <p:nvSpPr>
          <p:cNvPr id="3" name="Right Arrow 2">
            <a:extLst>
              <a:ext uri="{FF2B5EF4-FFF2-40B4-BE49-F238E27FC236}">
                <a16:creationId xmlns:a16="http://schemas.microsoft.com/office/drawing/2014/main" id="{69A6FACD-A84A-1A74-29D5-FDE0B3737FF1}"/>
              </a:ext>
            </a:extLst>
          </p:cNvPr>
          <p:cNvSpPr/>
          <p:nvPr/>
        </p:nvSpPr>
        <p:spPr>
          <a:xfrm rot="12851511">
            <a:off x="3439236" y="5365939"/>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079175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00CCB87-710D-0164-9247-6CFFD7811478}"/>
              </a:ext>
            </a:extLst>
          </p:cNvPr>
          <p:cNvPicPr>
            <a:picLocks noChangeAspect="1"/>
          </p:cNvPicPr>
          <p:nvPr/>
        </p:nvPicPr>
        <p:blipFill>
          <a:blip r:embed="rId3"/>
          <a:stretch>
            <a:fillRect/>
          </a:stretch>
        </p:blipFill>
        <p:spPr>
          <a:xfrm>
            <a:off x="0" y="553787"/>
            <a:ext cx="12242021" cy="5750427"/>
          </a:xfrm>
          <a:prstGeom prst="rect">
            <a:avLst/>
          </a:prstGeom>
        </p:spPr>
      </p:pic>
      <p:sp>
        <p:nvSpPr>
          <p:cNvPr id="3" name="Right Arrow 2">
            <a:extLst>
              <a:ext uri="{FF2B5EF4-FFF2-40B4-BE49-F238E27FC236}">
                <a16:creationId xmlns:a16="http://schemas.microsoft.com/office/drawing/2014/main" id="{AAF0BB0E-CBFC-DC8F-1FA5-B9EC93F897A6}"/>
              </a:ext>
            </a:extLst>
          </p:cNvPr>
          <p:cNvSpPr/>
          <p:nvPr/>
        </p:nvSpPr>
        <p:spPr>
          <a:xfrm rot="12851511">
            <a:off x="2620370" y="4983802"/>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934321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89F516C-3D1C-7651-9DB1-F3D7BC32520A}"/>
              </a:ext>
            </a:extLst>
          </p:cNvPr>
          <p:cNvPicPr>
            <a:picLocks noChangeAspect="1"/>
          </p:cNvPicPr>
          <p:nvPr/>
        </p:nvPicPr>
        <p:blipFill>
          <a:blip r:embed="rId3"/>
          <a:stretch>
            <a:fillRect/>
          </a:stretch>
        </p:blipFill>
        <p:spPr>
          <a:xfrm>
            <a:off x="1807328" y="-1"/>
            <a:ext cx="8577345" cy="6701051"/>
          </a:xfrm>
          <a:prstGeom prst="rect">
            <a:avLst/>
          </a:prstGeom>
        </p:spPr>
      </p:pic>
      <p:sp>
        <p:nvSpPr>
          <p:cNvPr id="3" name="Right Arrow 2">
            <a:extLst>
              <a:ext uri="{FF2B5EF4-FFF2-40B4-BE49-F238E27FC236}">
                <a16:creationId xmlns:a16="http://schemas.microsoft.com/office/drawing/2014/main" id="{796ED1C8-0DB5-9868-867C-EDFCA9B17B62}"/>
              </a:ext>
            </a:extLst>
          </p:cNvPr>
          <p:cNvSpPr/>
          <p:nvPr/>
        </p:nvSpPr>
        <p:spPr>
          <a:xfrm rot="19063961">
            <a:off x="4408227" y="1271612"/>
            <a:ext cx="930511"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8149980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5ADD6C9-6CEF-CF7F-25BD-647275B3D00D}"/>
              </a:ext>
            </a:extLst>
          </p:cNvPr>
          <p:cNvPicPr>
            <a:picLocks noChangeAspect="1"/>
          </p:cNvPicPr>
          <p:nvPr/>
        </p:nvPicPr>
        <p:blipFill>
          <a:blip r:embed="rId3"/>
          <a:stretch>
            <a:fillRect/>
          </a:stretch>
        </p:blipFill>
        <p:spPr>
          <a:xfrm>
            <a:off x="2774381" y="724"/>
            <a:ext cx="6643238" cy="6856553"/>
          </a:xfrm>
          <a:prstGeom prst="rect">
            <a:avLst/>
          </a:prstGeom>
        </p:spPr>
      </p:pic>
    </p:spTree>
    <p:extLst>
      <p:ext uri="{BB962C8B-B14F-4D97-AF65-F5344CB8AC3E}">
        <p14:creationId xmlns:p14="http://schemas.microsoft.com/office/powerpoint/2010/main" val="39696226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4A1935E-1C49-461A-83A5-70B06EB971B4}"/>
              </a:ext>
            </a:extLst>
          </p:cNvPr>
          <p:cNvPicPr>
            <a:picLocks noChangeAspect="1"/>
          </p:cNvPicPr>
          <p:nvPr/>
        </p:nvPicPr>
        <p:blipFill>
          <a:blip r:embed="rId2"/>
          <a:stretch>
            <a:fillRect/>
          </a:stretch>
        </p:blipFill>
        <p:spPr>
          <a:xfrm>
            <a:off x="3509133" y="-1"/>
            <a:ext cx="5173734" cy="6844177"/>
          </a:xfrm>
          <a:prstGeom prst="rect">
            <a:avLst/>
          </a:prstGeom>
        </p:spPr>
      </p:pic>
      <p:sp>
        <p:nvSpPr>
          <p:cNvPr id="3" name="Right Arrow 2">
            <a:extLst>
              <a:ext uri="{FF2B5EF4-FFF2-40B4-BE49-F238E27FC236}">
                <a16:creationId xmlns:a16="http://schemas.microsoft.com/office/drawing/2014/main" id="{BDF1B6FF-960D-259C-7BA8-5E4695C85D0D}"/>
              </a:ext>
            </a:extLst>
          </p:cNvPr>
          <p:cNvSpPr/>
          <p:nvPr/>
        </p:nvSpPr>
        <p:spPr>
          <a:xfrm rot="19063961">
            <a:off x="5322628" y="971361"/>
            <a:ext cx="930511"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602787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DC95F6B-C754-7963-92DE-8D0765ED3652}"/>
              </a:ext>
            </a:extLst>
          </p:cNvPr>
          <p:cNvPicPr>
            <a:picLocks noChangeAspect="1"/>
          </p:cNvPicPr>
          <p:nvPr/>
        </p:nvPicPr>
        <p:blipFill>
          <a:blip r:embed="rId3"/>
          <a:stretch>
            <a:fillRect/>
          </a:stretch>
        </p:blipFill>
        <p:spPr>
          <a:xfrm>
            <a:off x="1903110" y="109846"/>
            <a:ext cx="8385781" cy="6748154"/>
          </a:xfrm>
          <a:prstGeom prst="rect">
            <a:avLst/>
          </a:prstGeom>
        </p:spPr>
      </p:pic>
      <p:sp>
        <p:nvSpPr>
          <p:cNvPr id="3" name="Right Arrow 2">
            <a:extLst>
              <a:ext uri="{FF2B5EF4-FFF2-40B4-BE49-F238E27FC236}">
                <a16:creationId xmlns:a16="http://schemas.microsoft.com/office/drawing/2014/main" id="{CAAAA3E1-770B-317D-9984-57644D0E2BBE}"/>
              </a:ext>
            </a:extLst>
          </p:cNvPr>
          <p:cNvSpPr/>
          <p:nvPr/>
        </p:nvSpPr>
        <p:spPr>
          <a:xfrm>
            <a:off x="3875965" y="2022239"/>
            <a:ext cx="930511"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ight Arrow 3">
            <a:extLst>
              <a:ext uri="{FF2B5EF4-FFF2-40B4-BE49-F238E27FC236}">
                <a16:creationId xmlns:a16="http://schemas.microsoft.com/office/drawing/2014/main" id="{93E3E35E-7B97-B3DB-F59F-24621FB02885}"/>
              </a:ext>
            </a:extLst>
          </p:cNvPr>
          <p:cNvSpPr/>
          <p:nvPr/>
        </p:nvSpPr>
        <p:spPr>
          <a:xfrm rot="7402037">
            <a:off x="5168129" y="4942861"/>
            <a:ext cx="930511"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946962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1E1E1E"/>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012BFC5-E1CB-63F6-3369-DC0942FF4FC4}"/>
              </a:ext>
            </a:extLst>
          </p:cNvPr>
          <p:cNvPicPr>
            <a:picLocks noChangeAspect="1"/>
          </p:cNvPicPr>
          <p:nvPr/>
        </p:nvPicPr>
        <p:blipFill>
          <a:blip r:embed="rId2"/>
          <a:stretch>
            <a:fillRect/>
          </a:stretch>
        </p:blipFill>
        <p:spPr>
          <a:xfrm>
            <a:off x="2729837" y="0"/>
            <a:ext cx="6732327" cy="6863476"/>
          </a:xfrm>
          <a:prstGeom prst="rect">
            <a:avLst/>
          </a:prstGeom>
        </p:spPr>
      </p:pic>
    </p:spTree>
    <p:extLst>
      <p:ext uri="{BB962C8B-B14F-4D97-AF65-F5344CB8AC3E}">
        <p14:creationId xmlns:p14="http://schemas.microsoft.com/office/powerpoint/2010/main" val="41184525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221F8-030F-747A-F834-C12619FDB74F}"/>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F6BC4A7C-7536-AA84-29AC-C8472FA0C79E}"/>
              </a:ext>
            </a:extLst>
          </p:cNvPr>
          <p:cNvPicPr>
            <a:picLocks noChangeAspect="1"/>
          </p:cNvPicPr>
          <p:nvPr/>
        </p:nvPicPr>
        <p:blipFill>
          <a:blip r:embed="rId2"/>
          <a:srcRect t="1516" r="1" b="40673"/>
          <a:stretch>
            <a:fillRect/>
          </a:stretch>
        </p:blipFill>
        <p:spPr>
          <a:xfrm>
            <a:off x="1" y="10"/>
            <a:ext cx="11862683" cy="6857990"/>
          </a:xfrm>
          <a:custGeom>
            <a:avLst/>
            <a:gdLst/>
            <a:ahLst/>
            <a:cxnLst/>
            <a:rect l="l" t="t" r="r" b="b"/>
            <a:pathLst>
              <a:path w="11862683" h="6858000">
                <a:moveTo>
                  <a:pt x="0" y="0"/>
                </a:moveTo>
                <a:lnTo>
                  <a:pt x="4038600" y="0"/>
                </a:lnTo>
                <a:lnTo>
                  <a:pt x="4114800" y="0"/>
                </a:lnTo>
                <a:lnTo>
                  <a:pt x="4282294" y="0"/>
                </a:lnTo>
                <a:lnTo>
                  <a:pt x="6139260" y="0"/>
                </a:lnTo>
                <a:lnTo>
                  <a:pt x="6362810" y="0"/>
                </a:lnTo>
                <a:lnTo>
                  <a:pt x="7272221" y="0"/>
                </a:lnTo>
                <a:lnTo>
                  <a:pt x="10815342" y="0"/>
                </a:lnTo>
                <a:cubicBezTo>
                  <a:pt x="10709672" y="35571"/>
                  <a:pt x="10607020" y="78255"/>
                  <a:pt x="10501350" y="110269"/>
                </a:cubicBezTo>
                <a:cubicBezTo>
                  <a:pt x="10516447" y="145839"/>
                  <a:pt x="10531542" y="138725"/>
                  <a:pt x="10546639" y="135168"/>
                </a:cubicBezTo>
                <a:cubicBezTo>
                  <a:pt x="10637212" y="120941"/>
                  <a:pt x="10730806" y="110269"/>
                  <a:pt x="10818360" y="71141"/>
                </a:cubicBezTo>
                <a:cubicBezTo>
                  <a:pt x="10839496" y="64027"/>
                  <a:pt x="10863648" y="64027"/>
                  <a:pt x="10872705" y="88927"/>
                </a:cubicBezTo>
                <a:cubicBezTo>
                  <a:pt x="10887801" y="124497"/>
                  <a:pt x="10866668" y="145839"/>
                  <a:pt x="10845532" y="163625"/>
                </a:cubicBezTo>
                <a:cubicBezTo>
                  <a:pt x="10809304" y="195638"/>
                  <a:pt x="10767036" y="188525"/>
                  <a:pt x="10727787" y="192082"/>
                </a:cubicBezTo>
                <a:cubicBezTo>
                  <a:pt x="10619098" y="209867"/>
                  <a:pt x="10567772" y="259665"/>
                  <a:pt x="10543619" y="373491"/>
                </a:cubicBezTo>
                <a:cubicBezTo>
                  <a:pt x="10637212" y="327250"/>
                  <a:pt x="10730806" y="384162"/>
                  <a:pt x="10821380" y="352148"/>
                </a:cubicBezTo>
                <a:cubicBezTo>
                  <a:pt x="10845532" y="345034"/>
                  <a:pt x="10881763" y="355706"/>
                  <a:pt x="10869686" y="394834"/>
                </a:cubicBezTo>
                <a:cubicBezTo>
                  <a:pt x="10857610" y="430405"/>
                  <a:pt x="10818360" y="458860"/>
                  <a:pt x="10887801" y="451747"/>
                </a:cubicBezTo>
                <a:cubicBezTo>
                  <a:pt x="10939127" y="448189"/>
                  <a:pt x="10954222" y="405504"/>
                  <a:pt x="10969318" y="359262"/>
                </a:cubicBezTo>
                <a:cubicBezTo>
                  <a:pt x="10981394" y="334364"/>
                  <a:pt x="11014605" y="320135"/>
                  <a:pt x="11038758" y="334364"/>
                </a:cubicBezTo>
                <a:cubicBezTo>
                  <a:pt x="11068949" y="348592"/>
                  <a:pt x="11059892" y="387720"/>
                  <a:pt x="11059892" y="416176"/>
                </a:cubicBezTo>
                <a:cubicBezTo>
                  <a:pt x="11062912" y="469532"/>
                  <a:pt x="11038758" y="494431"/>
                  <a:pt x="10996491" y="505101"/>
                </a:cubicBezTo>
                <a:cubicBezTo>
                  <a:pt x="10945164" y="519330"/>
                  <a:pt x="10893840" y="537116"/>
                  <a:pt x="10827418" y="558458"/>
                </a:cubicBezTo>
                <a:cubicBezTo>
                  <a:pt x="10899878" y="594028"/>
                  <a:pt x="10954222" y="586915"/>
                  <a:pt x="11008566" y="558458"/>
                </a:cubicBezTo>
                <a:cubicBezTo>
                  <a:pt x="11074988" y="526444"/>
                  <a:pt x="11162542" y="483759"/>
                  <a:pt x="11216886" y="522887"/>
                </a:cubicBezTo>
                <a:cubicBezTo>
                  <a:pt x="11298403" y="579800"/>
                  <a:pt x="11364824" y="544229"/>
                  <a:pt x="11437284" y="533558"/>
                </a:cubicBezTo>
                <a:cubicBezTo>
                  <a:pt x="11588242" y="512216"/>
                  <a:pt x="11494648" y="480203"/>
                  <a:pt x="11645605" y="462417"/>
                </a:cubicBezTo>
                <a:cubicBezTo>
                  <a:pt x="11705988" y="455303"/>
                  <a:pt x="11769390" y="426847"/>
                  <a:pt x="11856944" y="465975"/>
                </a:cubicBezTo>
                <a:cubicBezTo>
                  <a:pt x="11461437" y="672284"/>
                  <a:pt x="11274250" y="658055"/>
                  <a:pt x="10921012" y="910606"/>
                </a:cubicBezTo>
                <a:cubicBezTo>
                  <a:pt x="10936107" y="935506"/>
                  <a:pt x="10951202" y="924835"/>
                  <a:pt x="10966299" y="921277"/>
                </a:cubicBezTo>
                <a:cubicBezTo>
                  <a:pt x="10990452" y="917720"/>
                  <a:pt x="11020644" y="903491"/>
                  <a:pt x="11026682" y="949734"/>
                </a:cubicBezTo>
                <a:cubicBezTo>
                  <a:pt x="11029702" y="985305"/>
                  <a:pt x="11011585" y="1003089"/>
                  <a:pt x="10981394" y="1006647"/>
                </a:cubicBezTo>
                <a:cubicBezTo>
                  <a:pt x="10893840" y="1020875"/>
                  <a:pt x="10815342" y="1070674"/>
                  <a:pt x="10736844" y="1113358"/>
                </a:cubicBezTo>
                <a:cubicBezTo>
                  <a:pt x="10700615" y="1131144"/>
                  <a:pt x="10661366" y="1156043"/>
                  <a:pt x="10676462" y="1220069"/>
                </a:cubicBezTo>
                <a:cubicBezTo>
                  <a:pt x="10706652" y="1237855"/>
                  <a:pt x="10727787" y="1212955"/>
                  <a:pt x="10751940" y="1209399"/>
                </a:cubicBezTo>
                <a:cubicBezTo>
                  <a:pt x="10776093" y="1205842"/>
                  <a:pt x="10833457" y="1220069"/>
                  <a:pt x="10818360" y="1230741"/>
                </a:cubicBezTo>
                <a:cubicBezTo>
                  <a:pt x="10748920" y="1269868"/>
                  <a:pt x="10875724" y="1365909"/>
                  <a:pt x="10791190" y="1365909"/>
                </a:cubicBezTo>
                <a:cubicBezTo>
                  <a:pt x="10652309" y="1365909"/>
                  <a:pt x="10576830" y="1536647"/>
                  <a:pt x="10443988" y="1540204"/>
                </a:cubicBezTo>
                <a:cubicBezTo>
                  <a:pt x="10422854" y="1540204"/>
                  <a:pt x="10413797" y="1572219"/>
                  <a:pt x="10413797" y="1597117"/>
                </a:cubicBezTo>
                <a:cubicBezTo>
                  <a:pt x="10413797" y="1629132"/>
                  <a:pt x="10434930" y="1632688"/>
                  <a:pt x="10456064" y="1636245"/>
                </a:cubicBezTo>
                <a:cubicBezTo>
                  <a:pt x="10489275" y="1639802"/>
                  <a:pt x="10525504" y="1597117"/>
                  <a:pt x="10567772" y="1657587"/>
                </a:cubicBezTo>
                <a:cubicBezTo>
                  <a:pt x="10489275" y="1693158"/>
                  <a:pt x="10407758" y="1728729"/>
                  <a:pt x="10410777" y="1849668"/>
                </a:cubicBezTo>
                <a:cubicBezTo>
                  <a:pt x="10410777" y="1881683"/>
                  <a:pt x="10377566" y="1895910"/>
                  <a:pt x="10353413" y="1903025"/>
                </a:cubicBezTo>
                <a:cubicBezTo>
                  <a:pt x="10311146" y="1917252"/>
                  <a:pt x="10277935" y="1938595"/>
                  <a:pt x="10253782" y="1984836"/>
                </a:cubicBezTo>
                <a:cubicBezTo>
                  <a:pt x="10253782" y="1995507"/>
                  <a:pt x="10253782" y="2002622"/>
                  <a:pt x="10253782" y="2013292"/>
                </a:cubicBezTo>
                <a:cubicBezTo>
                  <a:pt x="10259820" y="2123562"/>
                  <a:pt x="10320202" y="2120004"/>
                  <a:pt x="10386624" y="2102219"/>
                </a:cubicBezTo>
                <a:cubicBezTo>
                  <a:pt x="10465122" y="2080877"/>
                  <a:pt x="10543619" y="2038192"/>
                  <a:pt x="10628156" y="2077320"/>
                </a:cubicBezTo>
                <a:cubicBezTo>
                  <a:pt x="10510408" y="2130676"/>
                  <a:pt x="10380586" y="2134233"/>
                  <a:pt x="10271896" y="2208931"/>
                </a:cubicBezTo>
                <a:cubicBezTo>
                  <a:pt x="10676462" y="2223159"/>
                  <a:pt x="11032720" y="1984836"/>
                  <a:pt x="11425208" y="1892353"/>
                </a:cubicBezTo>
                <a:cubicBezTo>
                  <a:pt x="11413131" y="1952823"/>
                  <a:pt x="11379920" y="1967051"/>
                  <a:pt x="11352748" y="1974165"/>
                </a:cubicBezTo>
                <a:cubicBezTo>
                  <a:pt x="11207830" y="2020407"/>
                  <a:pt x="11081026" y="2112891"/>
                  <a:pt x="10948184" y="2191146"/>
                </a:cubicBezTo>
                <a:cubicBezTo>
                  <a:pt x="10893840" y="2223159"/>
                  <a:pt x="10854590" y="2258731"/>
                  <a:pt x="10833457" y="2326314"/>
                </a:cubicBezTo>
                <a:cubicBezTo>
                  <a:pt x="10815342" y="2390340"/>
                  <a:pt x="10779112" y="2418796"/>
                  <a:pt x="10712690" y="2401012"/>
                </a:cubicBezTo>
                <a:cubicBezTo>
                  <a:pt x="10658346" y="2386784"/>
                  <a:pt x="10600982" y="2393898"/>
                  <a:pt x="10543619" y="2401012"/>
                </a:cubicBezTo>
                <a:cubicBezTo>
                  <a:pt x="10480218" y="2408126"/>
                  <a:pt x="10407758" y="2479267"/>
                  <a:pt x="10422854" y="2518395"/>
                </a:cubicBezTo>
                <a:cubicBezTo>
                  <a:pt x="10453044" y="2582422"/>
                  <a:pt x="10504370" y="2550408"/>
                  <a:pt x="10546639" y="2543294"/>
                </a:cubicBezTo>
                <a:cubicBezTo>
                  <a:pt x="10597964" y="2536181"/>
                  <a:pt x="10691556" y="2518395"/>
                  <a:pt x="10691556" y="2525509"/>
                </a:cubicBezTo>
                <a:cubicBezTo>
                  <a:pt x="10724768" y="2685576"/>
                  <a:pt x="10800246" y="2564636"/>
                  <a:pt x="10854590" y="2564636"/>
                </a:cubicBezTo>
                <a:cubicBezTo>
                  <a:pt x="10905916" y="2564636"/>
                  <a:pt x="10957241" y="2546851"/>
                  <a:pt x="11005548" y="2532623"/>
                </a:cubicBezTo>
                <a:cubicBezTo>
                  <a:pt x="11068949" y="2514837"/>
                  <a:pt x="11126312" y="2546851"/>
                  <a:pt x="11186696" y="2553965"/>
                </a:cubicBezTo>
                <a:cubicBezTo>
                  <a:pt x="11241040" y="2561080"/>
                  <a:pt x="11210850" y="2653563"/>
                  <a:pt x="11244060" y="2692689"/>
                </a:cubicBezTo>
                <a:cubicBezTo>
                  <a:pt x="11250097" y="2703362"/>
                  <a:pt x="11256136" y="2703362"/>
                  <a:pt x="11262174" y="2703362"/>
                </a:cubicBezTo>
                <a:cubicBezTo>
                  <a:pt x="11280289" y="2980812"/>
                  <a:pt x="11597299" y="2913227"/>
                  <a:pt x="11597299" y="2923898"/>
                </a:cubicBezTo>
                <a:cubicBezTo>
                  <a:pt x="11624471" y="2941684"/>
                  <a:pt x="11657682" y="2899000"/>
                  <a:pt x="11690892" y="2941684"/>
                </a:cubicBezTo>
                <a:cubicBezTo>
                  <a:pt x="11548993" y="3137322"/>
                  <a:pt x="11331614" y="3183563"/>
                  <a:pt x="11138390" y="3329402"/>
                </a:cubicBezTo>
                <a:cubicBezTo>
                  <a:pt x="11298403" y="3379202"/>
                  <a:pt x="11391998" y="3208463"/>
                  <a:pt x="11509744" y="3229805"/>
                </a:cubicBezTo>
                <a:cubicBezTo>
                  <a:pt x="11567107" y="3283162"/>
                  <a:pt x="11395016" y="3368530"/>
                  <a:pt x="11561068" y="3393429"/>
                </a:cubicBezTo>
                <a:cubicBezTo>
                  <a:pt x="11488610" y="3439672"/>
                  <a:pt x="11437284" y="3485914"/>
                  <a:pt x="11385959" y="3539269"/>
                </a:cubicBezTo>
                <a:cubicBezTo>
                  <a:pt x="11298403" y="3635309"/>
                  <a:pt x="11280289" y="3699337"/>
                  <a:pt x="11322556" y="3827390"/>
                </a:cubicBezTo>
                <a:cubicBezTo>
                  <a:pt x="11349730" y="3912759"/>
                  <a:pt x="11388978" y="3991015"/>
                  <a:pt x="11352748" y="4090612"/>
                </a:cubicBezTo>
                <a:cubicBezTo>
                  <a:pt x="11328595" y="4158196"/>
                  <a:pt x="11337653" y="4204438"/>
                  <a:pt x="11428226" y="4172424"/>
                </a:cubicBezTo>
                <a:cubicBezTo>
                  <a:pt x="11524840" y="4140411"/>
                  <a:pt x="11561068" y="4200882"/>
                  <a:pt x="11536915" y="4321821"/>
                </a:cubicBezTo>
                <a:cubicBezTo>
                  <a:pt x="11521821" y="4400076"/>
                  <a:pt x="11536915" y="4424975"/>
                  <a:pt x="11603338" y="4414305"/>
                </a:cubicBezTo>
                <a:cubicBezTo>
                  <a:pt x="11675796" y="4403633"/>
                  <a:pt x="11745236" y="4353835"/>
                  <a:pt x="11835811" y="4378734"/>
                </a:cubicBezTo>
                <a:cubicBezTo>
                  <a:pt x="11763352" y="4521016"/>
                  <a:pt x="11609374" y="4478331"/>
                  <a:pt x="11524840" y="4613499"/>
                </a:cubicBezTo>
                <a:cubicBezTo>
                  <a:pt x="11624471" y="4613499"/>
                  <a:pt x="11702969" y="4613499"/>
                  <a:pt x="11775427" y="4585042"/>
                </a:cubicBezTo>
                <a:cubicBezTo>
                  <a:pt x="11805619" y="4574373"/>
                  <a:pt x="11838830" y="4560144"/>
                  <a:pt x="11856944" y="4602828"/>
                </a:cubicBezTo>
                <a:cubicBezTo>
                  <a:pt x="11878080" y="4652628"/>
                  <a:pt x="11835811" y="4670412"/>
                  <a:pt x="11811658" y="4677526"/>
                </a:cubicBezTo>
                <a:cubicBezTo>
                  <a:pt x="11742216" y="4702425"/>
                  <a:pt x="11687874" y="4759339"/>
                  <a:pt x="11627490" y="4805580"/>
                </a:cubicBezTo>
                <a:cubicBezTo>
                  <a:pt x="11497668" y="4905177"/>
                  <a:pt x="11355767" y="4990547"/>
                  <a:pt x="11247078" y="5154171"/>
                </a:cubicBezTo>
                <a:cubicBezTo>
                  <a:pt x="11382940" y="5111487"/>
                  <a:pt x="11485590" y="5011889"/>
                  <a:pt x="11615414" y="4994104"/>
                </a:cubicBezTo>
                <a:cubicBezTo>
                  <a:pt x="11503704" y="5143500"/>
                  <a:pt x="11361806" y="5243097"/>
                  <a:pt x="11228964" y="5353367"/>
                </a:cubicBezTo>
                <a:cubicBezTo>
                  <a:pt x="11189714" y="5385379"/>
                  <a:pt x="11150466" y="5406721"/>
                  <a:pt x="11144428" y="5474306"/>
                </a:cubicBezTo>
                <a:cubicBezTo>
                  <a:pt x="11126312" y="5605917"/>
                  <a:pt x="11078008" y="5712629"/>
                  <a:pt x="10969318" y="5769542"/>
                </a:cubicBezTo>
                <a:cubicBezTo>
                  <a:pt x="10969318" y="5769542"/>
                  <a:pt x="10975356" y="5790884"/>
                  <a:pt x="10978374" y="5801555"/>
                </a:cubicBezTo>
                <a:cubicBezTo>
                  <a:pt x="11044797" y="5805112"/>
                  <a:pt x="11096122" y="5726858"/>
                  <a:pt x="11177639" y="5755314"/>
                </a:cubicBezTo>
                <a:cubicBezTo>
                  <a:pt x="11096122" y="5862025"/>
                  <a:pt x="11029702" y="5954508"/>
                  <a:pt x="10917992" y="6004307"/>
                </a:cubicBezTo>
                <a:cubicBezTo>
                  <a:pt x="10827418" y="6043434"/>
                  <a:pt x="10715710" y="6068335"/>
                  <a:pt x="10649289" y="6196388"/>
                </a:cubicBezTo>
                <a:cubicBezTo>
                  <a:pt x="10724768" y="6221287"/>
                  <a:pt x="10782132" y="6189274"/>
                  <a:pt x="10839496" y="6167932"/>
                </a:cubicBezTo>
                <a:cubicBezTo>
                  <a:pt x="10927050" y="6132361"/>
                  <a:pt x="11014605" y="6093234"/>
                  <a:pt x="11102160" y="6057663"/>
                </a:cubicBezTo>
                <a:cubicBezTo>
                  <a:pt x="11135372" y="6043434"/>
                  <a:pt x="11171600" y="6036320"/>
                  <a:pt x="11192734" y="6100347"/>
                </a:cubicBezTo>
                <a:cubicBezTo>
                  <a:pt x="11081026" y="6114575"/>
                  <a:pt x="11014605" y="6199945"/>
                  <a:pt x="10945164" y="6281757"/>
                </a:cubicBezTo>
                <a:cubicBezTo>
                  <a:pt x="10905916" y="6327999"/>
                  <a:pt x="10872705" y="6388469"/>
                  <a:pt x="10803265" y="6367127"/>
                </a:cubicBezTo>
                <a:cubicBezTo>
                  <a:pt x="10767036" y="6356456"/>
                  <a:pt x="10742882" y="6388469"/>
                  <a:pt x="10745901" y="6431153"/>
                </a:cubicBezTo>
                <a:cubicBezTo>
                  <a:pt x="10760998" y="6580550"/>
                  <a:pt x="10673442" y="6630349"/>
                  <a:pt x="10582868" y="6658805"/>
                </a:cubicBezTo>
                <a:cubicBezTo>
                  <a:pt x="10450026" y="6701489"/>
                  <a:pt x="10332280" y="6786859"/>
                  <a:pt x="10208496" y="6858000"/>
                </a:cubicBezTo>
                <a:lnTo>
                  <a:pt x="7272221" y="6858000"/>
                </a:lnTo>
                <a:lnTo>
                  <a:pt x="6362810" y="6858000"/>
                </a:lnTo>
                <a:lnTo>
                  <a:pt x="6139260" y="6858000"/>
                </a:lnTo>
                <a:lnTo>
                  <a:pt x="4282294" y="6858000"/>
                </a:lnTo>
                <a:lnTo>
                  <a:pt x="4114800" y="6858000"/>
                </a:lnTo>
                <a:lnTo>
                  <a:pt x="4038600" y="6858000"/>
                </a:lnTo>
                <a:lnTo>
                  <a:pt x="0" y="6858000"/>
                </a:lnTo>
                <a:close/>
              </a:path>
            </a:pathLst>
          </a:custGeom>
        </p:spPr>
      </p:pic>
    </p:spTree>
    <p:extLst>
      <p:ext uri="{BB962C8B-B14F-4D97-AF65-F5344CB8AC3E}">
        <p14:creationId xmlns:p14="http://schemas.microsoft.com/office/powerpoint/2010/main" val="22522453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6B40D5-135C-3C29-8B55-D7464E93F294}"/>
            </a:ext>
          </a:extLst>
        </p:cNvPr>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754F1232-E505-B698-F796-60D30CE21D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33" name="Rectangle 1032">
            <a:extLst>
              <a:ext uri="{FF2B5EF4-FFF2-40B4-BE49-F238E27FC236}">
                <a16:creationId xmlns:a16="http://schemas.microsoft.com/office/drawing/2014/main" id="{25E6F02C-6DDB-E813-095E-5D1E4ED37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3"/>
            <a:ext cx="12192000" cy="6858000"/>
          </a:xfrm>
          <a:prstGeom prst="rect">
            <a:avLst/>
          </a:prstGeom>
          <a:gradFill>
            <a:gsLst>
              <a:gs pos="0">
                <a:srgbClr val="000000"/>
              </a:gs>
              <a:gs pos="100000">
                <a:schemeClr val="accent1">
                  <a:lumMod val="7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35" name="Rectangle 1034">
            <a:extLst>
              <a:ext uri="{FF2B5EF4-FFF2-40B4-BE49-F238E27FC236}">
                <a16:creationId xmlns:a16="http://schemas.microsoft.com/office/drawing/2014/main" id="{8E393591-B34D-1090-2ABF-B9E10918C3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80861" y="0"/>
            <a:ext cx="7661934" cy="6858000"/>
          </a:xfrm>
          <a:prstGeom prst="rect">
            <a:avLst/>
          </a:prstGeom>
          <a:gradFill>
            <a:gsLst>
              <a:gs pos="0">
                <a:schemeClr val="accent1">
                  <a:lumMod val="75000"/>
                  <a:alpha val="45000"/>
                </a:schemeClr>
              </a:gs>
              <a:gs pos="100000">
                <a:srgbClr val="000000">
                  <a:alpha val="29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37" name="Rectangle 1036">
            <a:extLst>
              <a:ext uri="{FF2B5EF4-FFF2-40B4-BE49-F238E27FC236}">
                <a16:creationId xmlns:a16="http://schemas.microsoft.com/office/drawing/2014/main" id="{7C23827F-3F52-F335-262F-627CA72841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0862" y="-6"/>
            <a:ext cx="11711138" cy="6410334"/>
          </a:xfrm>
          <a:prstGeom prst="rect">
            <a:avLst/>
          </a:prstGeom>
          <a:gradFill>
            <a:gsLst>
              <a:gs pos="0">
                <a:schemeClr val="accent1">
                  <a:alpha val="0"/>
                </a:schemeClr>
              </a:gs>
              <a:gs pos="100000">
                <a:srgbClr val="000000">
                  <a:alpha val="41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52FAFCC0-7937-95DE-178A-28F48ADBFFEB}"/>
              </a:ext>
            </a:extLst>
          </p:cNvPr>
          <p:cNvSpPr txBox="1"/>
          <p:nvPr/>
        </p:nvSpPr>
        <p:spPr>
          <a:xfrm>
            <a:off x="1127208" y="857251"/>
            <a:ext cx="4747280" cy="3098061"/>
          </a:xfrm>
          <a:prstGeom prst="rect">
            <a:avLst/>
          </a:prstGeom>
        </p:spPr>
        <p:txBody>
          <a:bodyPr vert="horz" lIns="91440" tIns="45720" rIns="91440" bIns="45720" rtlCol="0" anchor="b">
            <a:normAutofit/>
          </a:bodyPr>
          <a:lstStyle/>
          <a:p>
            <a:pPr marL="0" marR="0" lvl="0" indent="0" algn="l" defTabSz="914400" rtl="0" eaLnBrk="1" fontAlgn="auto" latinLnBrk="0" hangingPunct="1">
              <a:lnSpc>
                <a:spcPct val="90000"/>
              </a:lnSpc>
              <a:spcBef>
                <a:spcPct val="0"/>
              </a:spcBef>
              <a:spcAft>
                <a:spcPts val="600"/>
              </a:spcAft>
              <a:buClrTx/>
              <a:buSzTx/>
              <a:buFontTx/>
              <a:buNone/>
              <a:tabLst/>
              <a:defRPr/>
            </a:pPr>
            <a:r>
              <a:rPr kumimoji="0" lang="en-US" sz="4800" b="0" i="0" u="none" strike="noStrike" kern="1200" cap="none" spc="0" normalizeH="0" baseline="0" noProof="0" dirty="0">
                <a:ln>
                  <a:noFill/>
                </a:ln>
                <a:solidFill>
                  <a:srgbClr val="FFFFFF"/>
                </a:solidFill>
                <a:effectLst/>
                <a:uLnTx/>
                <a:uFillTx/>
                <a:latin typeface="Aptos Display" panose="02110004020202020204"/>
                <a:ea typeface="+mn-ea"/>
                <a:cs typeface="+mn-cs"/>
              </a:rPr>
              <a:t>Azure Event Grid</a:t>
            </a:r>
          </a:p>
        </p:txBody>
      </p:sp>
      <p:sp>
        <p:nvSpPr>
          <p:cNvPr id="1039" name="Rectangle 1038">
            <a:extLst>
              <a:ext uri="{FF2B5EF4-FFF2-40B4-BE49-F238E27FC236}">
                <a16:creationId xmlns:a16="http://schemas.microsoft.com/office/drawing/2014/main" id="{CBF6440F-CB8B-2604-E0A9-18A798A53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844797" y="-489206"/>
            <a:ext cx="2502408" cy="12191998"/>
          </a:xfrm>
          <a:prstGeom prst="rect">
            <a:avLst/>
          </a:prstGeom>
          <a:gradFill>
            <a:gsLst>
              <a:gs pos="0">
                <a:schemeClr val="accent1">
                  <a:alpha val="24000"/>
                </a:schemeClr>
              </a:gs>
              <a:gs pos="78000">
                <a:schemeClr val="accent1">
                  <a:lumMod val="50000"/>
                  <a:alpha val="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41" name="Oval 1040">
            <a:extLst>
              <a:ext uri="{FF2B5EF4-FFF2-40B4-BE49-F238E27FC236}">
                <a16:creationId xmlns:a16="http://schemas.microsoft.com/office/drawing/2014/main" id="{45D80CC1-E776-7DEB-54A0-61F3A5DFB6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90589" y="1062544"/>
            <a:ext cx="4756162" cy="475616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5122" name="Picture 2" descr="Pricing – Event Grid | Microsoft Azure">
            <a:extLst>
              <a:ext uri="{FF2B5EF4-FFF2-40B4-BE49-F238E27FC236}">
                <a16:creationId xmlns:a16="http://schemas.microsoft.com/office/drawing/2014/main" id="{576870DF-50AC-CD60-C691-7B135A98ED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00089" y="2455138"/>
            <a:ext cx="3737164" cy="19620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120252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process flow&#10;&#10;AI-generated content may be incorrect.">
            <a:extLst>
              <a:ext uri="{FF2B5EF4-FFF2-40B4-BE49-F238E27FC236}">
                <a16:creationId xmlns:a16="http://schemas.microsoft.com/office/drawing/2014/main" id="{5F51602C-88BC-B1B2-C443-C1818E128856}"/>
              </a:ext>
            </a:extLst>
          </p:cNvPr>
          <p:cNvPicPr>
            <a:picLocks noChangeAspect="1"/>
          </p:cNvPicPr>
          <p:nvPr/>
        </p:nvPicPr>
        <p:blipFill>
          <a:blip r:embed="rId2"/>
          <a:stretch>
            <a:fillRect/>
          </a:stretch>
        </p:blipFill>
        <p:spPr>
          <a:xfrm>
            <a:off x="-304800" y="76200"/>
            <a:ext cx="12192000" cy="7429500"/>
          </a:xfrm>
          <a:prstGeom prst="rect">
            <a:avLst/>
          </a:prstGeom>
        </p:spPr>
      </p:pic>
    </p:spTree>
    <p:extLst>
      <p:ext uri="{BB962C8B-B14F-4D97-AF65-F5344CB8AC3E}">
        <p14:creationId xmlns:p14="http://schemas.microsoft.com/office/powerpoint/2010/main" val="311029165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501131C-3EA0-3DA7-3C0B-F44892B61580}"/>
              </a:ext>
            </a:extLst>
          </p:cNvPr>
          <p:cNvPicPr>
            <a:picLocks noChangeAspect="1"/>
          </p:cNvPicPr>
          <p:nvPr/>
        </p:nvPicPr>
        <p:blipFill>
          <a:blip r:embed="rId3"/>
          <a:stretch>
            <a:fillRect/>
          </a:stretch>
        </p:blipFill>
        <p:spPr>
          <a:xfrm>
            <a:off x="0" y="453683"/>
            <a:ext cx="12192000" cy="5908587"/>
          </a:xfrm>
          <a:prstGeom prst="rect">
            <a:avLst/>
          </a:prstGeom>
        </p:spPr>
      </p:pic>
    </p:spTree>
    <p:extLst>
      <p:ext uri="{BB962C8B-B14F-4D97-AF65-F5344CB8AC3E}">
        <p14:creationId xmlns:p14="http://schemas.microsoft.com/office/powerpoint/2010/main" val="7454263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E113306-BA29-CA2C-13CE-FAB672C2AFD5}"/>
              </a:ext>
            </a:extLst>
          </p:cNvPr>
          <p:cNvPicPr>
            <a:picLocks noChangeAspect="1"/>
          </p:cNvPicPr>
          <p:nvPr/>
        </p:nvPicPr>
        <p:blipFill>
          <a:blip r:embed="rId3"/>
          <a:stretch>
            <a:fillRect/>
          </a:stretch>
        </p:blipFill>
        <p:spPr>
          <a:xfrm>
            <a:off x="0" y="471299"/>
            <a:ext cx="12192000" cy="5915402"/>
          </a:xfrm>
          <a:prstGeom prst="rect">
            <a:avLst/>
          </a:prstGeom>
        </p:spPr>
      </p:pic>
    </p:spTree>
    <p:extLst>
      <p:ext uri="{BB962C8B-B14F-4D97-AF65-F5344CB8AC3E}">
        <p14:creationId xmlns:p14="http://schemas.microsoft.com/office/powerpoint/2010/main" val="17434118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F9A97B9-1CE0-A27E-718B-A4DCC3CD3CF5}"/>
              </a:ext>
            </a:extLst>
          </p:cNvPr>
          <p:cNvPicPr>
            <a:picLocks noChangeAspect="1"/>
          </p:cNvPicPr>
          <p:nvPr/>
        </p:nvPicPr>
        <p:blipFill>
          <a:blip r:embed="rId2"/>
          <a:stretch>
            <a:fillRect/>
          </a:stretch>
        </p:blipFill>
        <p:spPr>
          <a:xfrm>
            <a:off x="0" y="1157655"/>
            <a:ext cx="12105334" cy="4542690"/>
          </a:xfrm>
          <a:prstGeom prst="rect">
            <a:avLst/>
          </a:prstGeom>
        </p:spPr>
      </p:pic>
    </p:spTree>
    <p:extLst>
      <p:ext uri="{BB962C8B-B14F-4D97-AF65-F5344CB8AC3E}">
        <p14:creationId xmlns:p14="http://schemas.microsoft.com/office/powerpoint/2010/main" val="7778132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892E1DC-8363-95A9-4B0E-743E3DD04032}"/>
              </a:ext>
            </a:extLst>
          </p:cNvPr>
          <p:cNvPicPr>
            <a:picLocks noChangeAspect="1"/>
          </p:cNvPicPr>
          <p:nvPr/>
        </p:nvPicPr>
        <p:blipFill>
          <a:blip r:embed="rId2"/>
          <a:stretch>
            <a:fillRect/>
          </a:stretch>
        </p:blipFill>
        <p:spPr>
          <a:xfrm>
            <a:off x="-1" y="772936"/>
            <a:ext cx="12192193" cy="5312128"/>
          </a:xfrm>
          <a:prstGeom prst="rect">
            <a:avLst/>
          </a:prstGeom>
        </p:spPr>
      </p:pic>
    </p:spTree>
    <p:extLst>
      <p:ext uri="{BB962C8B-B14F-4D97-AF65-F5344CB8AC3E}">
        <p14:creationId xmlns:p14="http://schemas.microsoft.com/office/powerpoint/2010/main" val="328681561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AAD6A1-7840-A1A2-952A-3F282FF7D64F}"/>
              </a:ext>
            </a:extLst>
          </p:cNvPr>
          <p:cNvPicPr>
            <a:picLocks noChangeAspect="1"/>
          </p:cNvPicPr>
          <p:nvPr/>
        </p:nvPicPr>
        <p:blipFill>
          <a:blip r:embed="rId2"/>
          <a:stretch>
            <a:fillRect/>
          </a:stretch>
        </p:blipFill>
        <p:spPr>
          <a:xfrm>
            <a:off x="0" y="1072355"/>
            <a:ext cx="12192166" cy="4713291"/>
          </a:xfrm>
          <a:prstGeom prst="rect">
            <a:avLst/>
          </a:prstGeom>
        </p:spPr>
      </p:pic>
    </p:spTree>
    <p:extLst>
      <p:ext uri="{BB962C8B-B14F-4D97-AF65-F5344CB8AC3E}">
        <p14:creationId xmlns:p14="http://schemas.microsoft.com/office/powerpoint/2010/main" val="4825613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F172A8E-1BC1-C734-638E-1EF7BEF4C92C}"/>
              </a:ext>
            </a:extLst>
          </p:cNvPr>
          <p:cNvPicPr>
            <a:picLocks noChangeAspect="1"/>
          </p:cNvPicPr>
          <p:nvPr/>
        </p:nvPicPr>
        <p:blipFill>
          <a:blip r:embed="rId2"/>
          <a:stretch>
            <a:fillRect/>
          </a:stretch>
        </p:blipFill>
        <p:spPr>
          <a:xfrm>
            <a:off x="0" y="82613"/>
            <a:ext cx="12192000" cy="6775387"/>
          </a:xfrm>
          <a:prstGeom prst="rect">
            <a:avLst/>
          </a:prstGeom>
        </p:spPr>
      </p:pic>
    </p:spTree>
    <p:extLst>
      <p:ext uri="{BB962C8B-B14F-4D97-AF65-F5344CB8AC3E}">
        <p14:creationId xmlns:p14="http://schemas.microsoft.com/office/powerpoint/2010/main" val="411748886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637E9-87C1-DA39-A58F-D4C374029D5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FF92E6E8-F2B6-7BB9-09FF-866B907B9E5B}"/>
              </a:ext>
            </a:extLst>
          </p:cNvPr>
          <p:cNvPicPr>
            <a:picLocks noChangeAspect="1"/>
          </p:cNvPicPr>
          <p:nvPr/>
        </p:nvPicPr>
        <p:blipFill>
          <a:blip r:embed="rId2"/>
          <a:srcRect t="1516" r="1" b="40673"/>
          <a:stretch>
            <a:fillRect/>
          </a:stretch>
        </p:blipFill>
        <p:spPr>
          <a:xfrm>
            <a:off x="1" y="10"/>
            <a:ext cx="11862683" cy="6857990"/>
          </a:xfrm>
          <a:custGeom>
            <a:avLst/>
            <a:gdLst/>
            <a:ahLst/>
            <a:cxnLst/>
            <a:rect l="l" t="t" r="r" b="b"/>
            <a:pathLst>
              <a:path w="11862683" h="6858000">
                <a:moveTo>
                  <a:pt x="0" y="0"/>
                </a:moveTo>
                <a:lnTo>
                  <a:pt x="4038600" y="0"/>
                </a:lnTo>
                <a:lnTo>
                  <a:pt x="4114800" y="0"/>
                </a:lnTo>
                <a:lnTo>
                  <a:pt x="4282294" y="0"/>
                </a:lnTo>
                <a:lnTo>
                  <a:pt x="6139260" y="0"/>
                </a:lnTo>
                <a:lnTo>
                  <a:pt x="6362810" y="0"/>
                </a:lnTo>
                <a:lnTo>
                  <a:pt x="7272221" y="0"/>
                </a:lnTo>
                <a:lnTo>
                  <a:pt x="10815342" y="0"/>
                </a:lnTo>
                <a:cubicBezTo>
                  <a:pt x="10709672" y="35571"/>
                  <a:pt x="10607020" y="78255"/>
                  <a:pt x="10501350" y="110269"/>
                </a:cubicBezTo>
                <a:cubicBezTo>
                  <a:pt x="10516447" y="145839"/>
                  <a:pt x="10531542" y="138725"/>
                  <a:pt x="10546639" y="135168"/>
                </a:cubicBezTo>
                <a:cubicBezTo>
                  <a:pt x="10637212" y="120941"/>
                  <a:pt x="10730806" y="110269"/>
                  <a:pt x="10818360" y="71141"/>
                </a:cubicBezTo>
                <a:cubicBezTo>
                  <a:pt x="10839496" y="64027"/>
                  <a:pt x="10863648" y="64027"/>
                  <a:pt x="10872705" y="88927"/>
                </a:cubicBezTo>
                <a:cubicBezTo>
                  <a:pt x="10887801" y="124497"/>
                  <a:pt x="10866668" y="145839"/>
                  <a:pt x="10845532" y="163625"/>
                </a:cubicBezTo>
                <a:cubicBezTo>
                  <a:pt x="10809304" y="195638"/>
                  <a:pt x="10767036" y="188525"/>
                  <a:pt x="10727787" y="192082"/>
                </a:cubicBezTo>
                <a:cubicBezTo>
                  <a:pt x="10619098" y="209867"/>
                  <a:pt x="10567772" y="259665"/>
                  <a:pt x="10543619" y="373491"/>
                </a:cubicBezTo>
                <a:cubicBezTo>
                  <a:pt x="10637212" y="327250"/>
                  <a:pt x="10730806" y="384162"/>
                  <a:pt x="10821380" y="352148"/>
                </a:cubicBezTo>
                <a:cubicBezTo>
                  <a:pt x="10845532" y="345034"/>
                  <a:pt x="10881763" y="355706"/>
                  <a:pt x="10869686" y="394834"/>
                </a:cubicBezTo>
                <a:cubicBezTo>
                  <a:pt x="10857610" y="430405"/>
                  <a:pt x="10818360" y="458860"/>
                  <a:pt x="10887801" y="451747"/>
                </a:cubicBezTo>
                <a:cubicBezTo>
                  <a:pt x="10939127" y="448189"/>
                  <a:pt x="10954222" y="405504"/>
                  <a:pt x="10969318" y="359262"/>
                </a:cubicBezTo>
                <a:cubicBezTo>
                  <a:pt x="10981394" y="334364"/>
                  <a:pt x="11014605" y="320135"/>
                  <a:pt x="11038758" y="334364"/>
                </a:cubicBezTo>
                <a:cubicBezTo>
                  <a:pt x="11068949" y="348592"/>
                  <a:pt x="11059892" y="387720"/>
                  <a:pt x="11059892" y="416176"/>
                </a:cubicBezTo>
                <a:cubicBezTo>
                  <a:pt x="11062912" y="469532"/>
                  <a:pt x="11038758" y="494431"/>
                  <a:pt x="10996491" y="505101"/>
                </a:cubicBezTo>
                <a:cubicBezTo>
                  <a:pt x="10945164" y="519330"/>
                  <a:pt x="10893840" y="537116"/>
                  <a:pt x="10827418" y="558458"/>
                </a:cubicBezTo>
                <a:cubicBezTo>
                  <a:pt x="10899878" y="594028"/>
                  <a:pt x="10954222" y="586915"/>
                  <a:pt x="11008566" y="558458"/>
                </a:cubicBezTo>
                <a:cubicBezTo>
                  <a:pt x="11074988" y="526444"/>
                  <a:pt x="11162542" y="483759"/>
                  <a:pt x="11216886" y="522887"/>
                </a:cubicBezTo>
                <a:cubicBezTo>
                  <a:pt x="11298403" y="579800"/>
                  <a:pt x="11364824" y="544229"/>
                  <a:pt x="11437284" y="533558"/>
                </a:cubicBezTo>
                <a:cubicBezTo>
                  <a:pt x="11588242" y="512216"/>
                  <a:pt x="11494648" y="480203"/>
                  <a:pt x="11645605" y="462417"/>
                </a:cubicBezTo>
                <a:cubicBezTo>
                  <a:pt x="11705988" y="455303"/>
                  <a:pt x="11769390" y="426847"/>
                  <a:pt x="11856944" y="465975"/>
                </a:cubicBezTo>
                <a:cubicBezTo>
                  <a:pt x="11461437" y="672284"/>
                  <a:pt x="11274250" y="658055"/>
                  <a:pt x="10921012" y="910606"/>
                </a:cubicBezTo>
                <a:cubicBezTo>
                  <a:pt x="10936107" y="935506"/>
                  <a:pt x="10951202" y="924835"/>
                  <a:pt x="10966299" y="921277"/>
                </a:cubicBezTo>
                <a:cubicBezTo>
                  <a:pt x="10990452" y="917720"/>
                  <a:pt x="11020644" y="903491"/>
                  <a:pt x="11026682" y="949734"/>
                </a:cubicBezTo>
                <a:cubicBezTo>
                  <a:pt x="11029702" y="985305"/>
                  <a:pt x="11011585" y="1003089"/>
                  <a:pt x="10981394" y="1006647"/>
                </a:cubicBezTo>
                <a:cubicBezTo>
                  <a:pt x="10893840" y="1020875"/>
                  <a:pt x="10815342" y="1070674"/>
                  <a:pt x="10736844" y="1113358"/>
                </a:cubicBezTo>
                <a:cubicBezTo>
                  <a:pt x="10700615" y="1131144"/>
                  <a:pt x="10661366" y="1156043"/>
                  <a:pt x="10676462" y="1220069"/>
                </a:cubicBezTo>
                <a:cubicBezTo>
                  <a:pt x="10706652" y="1237855"/>
                  <a:pt x="10727787" y="1212955"/>
                  <a:pt x="10751940" y="1209399"/>
                </a:cubicBezTo>
                <a:cubicBezTo>
                  <a:pt x="10776093" y="1205842"/>
                  <a:pt x="10833457" y="1220069"/>
                  <a:pt x="10818360" y="1230741"/>
                </a:cubicBezTo>
                <a:cubicBezTo>
                  <a:pt x="10748920" y="1269868"/>
                  <a:pt x="10875724" y="1365909"/>
                  <a:pt x="10791190" y="1365909"/>
                </a:cubicBezTo>
                <a:cubicBezTo>
                  <a:pt x="10652309" y="1365909"/>
                  <a:pt x="10576830" y="1536647"/>
                  <a:pt x="10443988" y="1540204"/>
                </a:cubicBezTo>
                <a:cubicBezTo>
                  <a:pt x="10422854" y="1540204"/>
                  <a:pt x="10413797" y="1572219"/>
                  <a:pt x="10413797" y="1597117"/>
                </a:cubicBezTo>
                <a:cubicBezTo>
                  <a:pt x="10413797" y="1629132"/>
                  <a:pt x="10434930" y="1632688"/>
                  <a:pt x="10456064" y="1636245"/>
                </a:cubicBezTo>
                <a:cubicBezTo>
                  <a:pt x="10489275" y="1639802"/>
                  <a:pt x="10525504" y="1597117"/>
                  <a:pt x="10567772" y="1657587"/>
                </a:cubicBezTo>
                <a:cubicBezTo>
                  <a:pt x="10489275" y="1693158"/>
                  <a:pt x="10407758" y="1728729"/>
                  <a:pt x="10410777" y="1849668"/>
                </a:cubicBezTo>
                <a:cubicBezTo>
                  <a:pt x="10410777" y="1881683"/>
                  <a:pt x="10377566" y="1895910"/>
                  <a:pt x="10353413" y="1903025"/>
                </a:cubicBezTo>
                <a:cubicBezTo>
                  <a:pt x="10311146" y="1917252"/>
                  <a:pt x="10277935" y="1938595"/>
                  <a:pt x="10253782" y="1984836"/>
                </a:cubicBezTo>
                <a:cubicBezTo>
                  <a:pt x="10253782" y="1995507"/>
                  <a:pt x="10253782" y="2002622"/>
                  <a:pt x="10253782" y="2013292"/>
                </a:cubicBezTo>
                <a:cubicBezTo>
                  <a:pt x="10259820" y="2123562"/>
                  <a:pt x="10320202" y="2120004"/>
                  <a:pt x="10386624" y="2102219"/>
                </a:cubicBezTo>
                <a:cubicBezTo>
                  <a:pt x="10465122" y="2080877"/>
                  <a:pt x="10543619" y="2038192"/>
                  <a:pt x="10628156" y="2077320"/>
                </a:cubicBezTo>
                <a:cubicBezTo>
                  <a:pt x="10510408" y="2130676"/>
                  <a:pt x="10380586" y="2134233"/>
                  <a:pt x="10271896" y="2208931"/>
                </a:cubicBezTo>
                <a:cubicBezTo>
                  <a:pt x="10676462" y="2223159"/>
                  <a:pt x="11032720" y="1984836"/>
                  <a:pt x="11425208" y="1892353"/>
                </a:cubicBezTo>
                <a:cubicBezTo>
                  <a:pt x="11413131" y="1952823"/>
                  <a:pt x="11379920" y="1967051"/>
                  <a:pt x="11352748" y="1974165"/>
                </a:cubicBezTo>
                <a:cubicBezTo>
                  <a:pt x="11207830" y="2020407"/>
                  <a:pt x="11081026" y="2112891"/>
                  <a:pt x="10948184" y="2191146"/>
                </a:cubicBezTo>
                <a:cubicBezTo>
                  <a:pt x="10893840" y="2223159"/>
                  <a:pt x="10854590" y="2258731"/>
                  <a:pt x="10833457" y="2326314"/>
                </a:cubicBezTo>
                <a:cubicBezTo>
                  <a:pt x="10815342" y="2390340"/>
                  <a:pt x="10779112" y="2418796"/>
                  <a:pt x="10712690" y="2401012"/>
                </a:cubicBezTo>
                <a:cubicBezTo>
                  <a:pt x="10658346" y="2386784"/>
                  <a:pt x="10600982" y="2393898"/>
                  <a:pt x="10543619" y="2401012"/>
                </a:cubicBezTo>
                <a:cubicBezTo>
                  <a:pt x="10480218" y="2408126"/>
                  <a:pt x="10407758" y="2479267"/>
                  <a:pt x="10422854" y="2518395"/>
                </a:cubicBezTo>
                <a:cubicBezTo>
                  <a:pt x="10453044" y="2582422"/>
                  <a:pt x="10504370" y="2550408"/>
                  <a:pt x="10546639" y="2543294"/>
                </a:cubicBezTo>
                <a:cubicBezTo>
                  <a:pt x="10597964" y="2536181"/>
                  <a:pt x="10691556" y="2518395"/>
                  <a:pt x="10691556" y="2525509"/>
                </a:cubicBezTo>
                <a:cubicBezTo>
                  <a:pt x="10724768" y="2685576"/>
                  <a:pt x="10800246" y="2564636"/>
                  <a:pt x="10854590" y="2564636"/>
                </a:cubicBezTo>
                <a:cubicBezTo>
                  <a:pt x="10905916" y="2564636"/>
                  <a:pt x="10957241" y="2546851"/>
                  <a:pt x="11005548" y="2532623"/>
                </a:cubicBezTo>
                <a:cubicBezTo>
                  <a:pt x="11068949" y="2514837"/>
                  <a:pt x="11126312" y="2546851"/>
                  <a:pt x="11186696" y="2553965"/>
                </a:cubicBezTo>
                <a:cubicBezTo>
                  <a:pt x="11241040" y="2561080"/>
                  <a:pt x="11210850" y="2653563"/>
                  <a:pt x="11244060" y="2692689"/>
                </a:cubicBezTo>
                <a:cubicBezTo>
                  <a:pt x="11250097" y="2703362"/>
                  <a:pt x="11256136" y="2703362"/>
                  <a:pt x="11262174" y="2703362"/>
                </a:cubicBezTo>
                <a:cubicBezTo>
                  <a:pt x="11280289" y="2980812"/>
                  <a:pt x="11597299" y="2913227"/>
                  <a:pt x="11597299" y="2923898"/>
                </a:cubicBezTo>
                <a:cubicBezTo>
                  <a:pt x="11624471" y="2941684"/>
                  <a:pt x="11657682" y="2899000"/>
                  <a:pt x="11690892" y="2941684"/>
                </a:cubicBezTo>
                <a:cubicBezTo>
                  <a:pt x="11548993" y="3137322"/>
                  <a:pt x="11331614" y="3183563"/>
                  <a:pt x="11138390" y="3329402"/>
                </a:cubicBezTo>
                <a:cubicBezTo>
                  <a:pt x="11298403" y="3379202"/>
                  <a:pt x="11391998" y="3208463"/>
                  <a:pt x="11509744" y="3229805"/>
                </a:cubicBezTo>
                <a:cubicBezTo>
                  <a:pt x="11567107" y="3283162"/>
                  <a:pt x="11395016" y="3368530"/>
                  <a:pt x="11561068" y="3393429"/>
                </a:cubicBezTo>
                <a:cubicBezTo>
                  <a:pt x="11488610" y="3439672"/>
                  <a:pt x="11437284" y="3485914"/>
                  <a:pt x="11385959" y="3539269"/>
                </a:cubicBezTo>
                <a:cubicBezTo>
                  <a:pt x="11298403" y="3635309"/>
                  <a:pt x="11280289" y="3699337"/>
                  <a:pt x="11322556" y="3827390"/>
                </a:cubicBezTo>
                <a:cubicBezTo>
                  <a:pt x="11349730" y="3912759"/>
                  <a:pt x="11388978" y="3991015"/>
                  <a:pt x="11352748" y="4090612"/>
                </a:cubicBezTo>
                <a:cubicBezTo>
                  <a:pt x="11328595" y="4158196"/>
                  <a:pt x="11337653" y="4204438"/>
                  <a:pt x="11428226" y="4172424"/>
                </a:cubicBezTo>
                <a:cubicBezTo>
                  <a:pt x="11524840" y="4140411"/>
                  <a:pt x="11561068" y="4200882"/>
                  <a:pt x="11536915" y="4321821"/>
                </a:cubicBezTo>
                <a:cubicBezTo>
                  <a:pt x="11521821" y="4400076"/>
                  <a:pt x="11536915" y="4424975"/>
                  <a:pt x="11603338" y="4414305"/>
                </a:cubicBezTo>
                <a:cubicBezTo>
                  <a:pt x="11675796" y="4403633"/>
                  <a:pt x="11745236" y="4353835"/>
                  <a:pt x="11835811" y="4378734"/>
                </a:cubicBezTo>
                <a:cubicBezTo>
                  <a:pt x="11763352" y="4521016"/>
                  <a:pt x="11609374" y="4478331"/>
                  <a:pt x="11524840" y="4613499"/>
                </a:cubicBezTo>
                <a:cubicBezTo>
                  <a:pt x="11624471" y="4613499"/>
                  <a:pt x="11702969" y="4613499"/>
                  <a:pt x="11775427" y="4585042"/>
                </a:cubicBezTo>
                <a:cubicBezTo>
                  <a:pt x="11805619" y="4574373"/>
                  <a:pt x="11838830" y="4560144"/>
                  <a:pt x="11856944" y="4602828"/>
                </a:cubicBezTo>
                <a:cubicBezTo>
                  <a:pt x="11878080" y="4652628"/>
                  <a:pt x="11835811" y="4670412"/>
                  <a:pt x="11811658" y="4677526"/>
                </a:cubicBezTo>
                <a:cubicBezTo>
                  <a:pt x="11742216" y="4702425"/>
                  <a:pt x="11687874" y="4759339"/>
                  <a:pt x="11627490" y="4805580"/>
                </a:cubicBezTo>
                <a:cubicBezTo>
                  <a:pt x="11497668" y="4905177"/>
                  <a:pt x="11355767" y="4990547"/>
                  <a:pt x="11247078" y="5154171"/>
                </a:cubicBezTo>
                <a:cubicBezTo>
                  <a:pt x="11382940" y="5111487"/>
                  <a:pt x="11485590" y="5011889"/>
                  <a:pt x="11615414" y="4994104"/>
                </a:cubicBezTo>
                <a:cubicBezTo>
                  <a:pt x="11503704" y="5143500"/>
                  <a:pt x="11361806" y="5243097"/>
                  <a:pt x="11228964" y="5353367"/>
                </a:cubicBezTo>
                <a:cubicBezTo>
                  <a:pt x="11189714" y="5385379"/>
                  <a:pt x="11150466" y="5406721"/>
                  <a:pt x="11144428" y="5474306"/>
                </a:cubicBezTo>
                <a:cubicBezTo>
                  <a:pt x="11126312" y="5605917"/>
                  <a:pt x="11078008" y="5712629"/>
                  <a:pt x="10969318" y="5769542"/>
                </a:cubicBezTo>
                <a:cubicBezTo>
                  <a:pt x="10969318" y="5769542"/>
                  <a:pt x="10975356" y="5790884"/>
                  <a:pt x="10978374" y="5801555"/>
                </a:cubicBezTo>
                <a:cubicBezTo>
                  <a:pt x="11044797" y="5805112"/>
                  <a:pt x="11096122" y="5726858"/>
                  <a:pt x="11177639" y="5755314"/>
                </a:cubicBezTo>
                <a:cubicBezTo>
                  <a:pt x="11096122" y="5862025"/>
                  <a:pt x="11029702" y="5954508"/>
                  <a:pt x="10917992" y="6004307"/>
                </a:cubicBezTo>
                <a:cubicBezTo>
                  <a:pt x="10827418" y="6043434"/>
                  <a:pt x="10715710" y="6068335"/>
                  <a:pt x="10649289" y="6196388"/>
                </a:cubicBezTo>
                <a:cubicBezTo>
                  <a:pt x="10724768" y="6221287"/>
                  <a:pt x="10782132" y="6189274"/>
                  <a:pt x="10839496" y="6167932"/>
                </a:cubicBezTo>
                <a:cubicBezTo>
                  <a:pt x="10927050" y="6132361"/>
                  <a:pt x="11014605" y="6093234"/>
                  <a:pt x="11102160" y="6057663"/>
                </a:cubicBezTo>
                <a:cubicBezTo>
                  <a:pt x="11135372" y="6043434"/>
                  <a:pt x="11171600" y="6036320"/>
                  <a:pt x="11192734" y="6100347"/>
                </a:cubicBezTo>
                <a:cubicBezTo>
                  <a:pt x="11081026" y="6114575"/>
                  <a:pt x="11014605" y="6199945"/>
                  <a:pt x="10945164" y="6281757"/>
                </a:cubicBezTo>
                <a:cubicBezTo>
                  <a:pt x="10905916" y="6327999"/>
                  <a:pt x="10872705" y="6388469"/>
                  <a:pt x="10803265" y="6367127"/>
                </a:cubicBezTo>
                <a:cubicBezTo>
                  <a:pt x="10767036" y="6356456"/>
                  <a:pt x="10742882" y="6388469"/>
                  <a:pt x="10745901" y="6431153"/>
                </a:cubicBezTo>
                <a:cubicBezTo>
                  <a:pt x="10760998" y="6580550"/>
                  <a:pt x="10673442" y="6630349"/>
                  <a:pt x="10582868" y="6658805"/>
                </a:cubicBezTo>
                <a:cubicBezTo>
                  <a:pt x="10450026" y="6701489"/>
                  <a:pt x="10332280" y="6786859"/>
                  <a:pt x="10208496" y="6858000"/>
                </a:cubicBezTo>
                <a:lnTo>
                  <a:pt x="7272221" y="6858000"/>
                </a:lnTo>
                <a:lnTo>
                  <a:pt x="6362810" y="6858000"/>
                </a:lnTo>
                <a:lnTo>
                  <a:pt x="6139260" y="6858000"/>
                </a:lnTo>
                <a:lnTo>
                  <a:pt x="4282294" y="6858000"/>
                </a:lnTo>
                <a:lnTo>
                  <a:pt x="4114800" y="6858000"/>
                </a:lnTo>
                <a:lnTo>
                  <a:pt x="4038600" y="6858000"/>
                </a:lnTo>
                <a:lnTo>
                  <a:pt x="0" y="6858000"/>
                </a:lnTo>
                <a:close/>
              </a:path>
            </a:pathLst>
          </a:custGeom>
        </p:spPr>
      </p:pic>
    </p:spTree>
    <p:extLst>
      <p:ext uri="{BB962C8B-B14F-4D97-AF65-F5344CB8AC3E}">
        <p14:creationId xmlns:p14="http://schemas.microsoft.com/office/powerpoint/2010/main" val="35377003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system&#10;&#10;AI-generated content may be incorrect.">
            <a:extLst>
              <a:ext uri="{FF2B5EF4-FFF2-40B4-BE49-F238E27FC236}">
                <a16:creationId xmlns:a16="http://schemas.microsoft.com/office/drawing/2014/main" id="{02581BC0-B011-B4CA-05E5-A3E5BE733B9E}"/>
              </a:ext>
            </a:extLst>
          </p:cNvPr>
          <p:cNvPicPr>
            <a:picLocks noChangeAspect="1"/>
          </p:cNvPicPr>
          <p:nvPr/>
        </p:nvPicPr>
        <p:blipFill>
          <a:blip r:embed="rId2"/>
          <a:stretch>
            <a:fillRect/>
          </a:stretch>
        </p:blipFill>
        <p:spPr>
          <a:xfrm>
            <a:off x="59219" y="152400"/>
            <a:ext cx="12073562" cy="6553200"/>
          </a:xfrm>
          <a:prstGeom prst="rect">
            <a:avLst/>
          </a:prstGeom>
        </p:spPr>
      </p:pic>
    </p:spTree>
    <p:extLst>
      <p:ext uri="{BB962C8B-B14F-4D97-AF65-F5344CB8AC3E}">
        <p14:creationId xmlns:p14="http://schemas.microsoft.com/office/powerpoint/2010/main" val="16967251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599ADB9-A05C-63ED-FC00-39E8758206E1}"/>
              </a:ext>
            </a:extLst>
          </p:cNvPr>
          <p:cNvPicPr>
            <a:picLocks noChangeAspect="1"/>
          </p:cNvPicPr>
          <p:nvPr/>
        </p:nvPicPr>
        <p:blipFill>
          <a:blip r:embed="rId2"/>
          <a:stretch>
            <a:fillRect/>
          </a:stretch>
        </p:blipFill>
        <p:spPr>
          <a:xfrm>
            <a:off x="0" y="433252"/>
            <a:ext cx="12192000" cy="5991496"/>
          </a:xfrm>
          <a:prstGeom prst="rect">
            <a:avLst/>
          </a:prstGeom>
        </p:spPr>
      </p:pic>
    </p:spTree>
    <p:extLst>
      <p:ext uri="{BB962C8B-B14F-4D97-AF65-F5344CB8AC3E}">
        <p14:creationId xmlns:p14="http://schemas.microsoft.com/office/powerpoint/2010/main" val="32092558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7337957-275B-E812-E26B-C60C0F7CBD7D}"/>
              </a:ext>
            </a:extLst>
          </p:cNvPr>
          <p:cNvPicPr>
            <a:picLocks noChangeAspect="1"/>
          </p:cNvPicPr>
          <p:nvPr/>
        </p:nvPicPr>
        <p:blipFill>
          <a:blip r:embed="rId2"/>
          <a:stretch>
            <a:fillRect/>
          </a:stretch>
        </p:blipFill>
        <p:spPr>
          <a:xfrm>
            <a:off x="-1" y="453803"/>
            <a:ext cx="12200401" cy="5950394"/>
          </a:xfrm>
          <a:prstGeom prst="rect">
            <a:avLst/>
          </a:prstGeom>
        </p:spPr>
      </p:pic>
    </p:spTree>
    <p:extLst>
      <p:ext uri="{BB962C8B-B14F-4D97-AF65-F5344CB8AC3E}">
        <p14:creationId xmlns:p14="http://schemas.microsoft.com/office/powerpoint/2010/main" val="167451711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02793C7-B369-2EAA-CE9D-CA13E2D86297}"/>
              </a:ext>
            </a:extLst>
          </p:cNvPr>
          <p:cNvPicPr>
            <a:picLocks noChangeAspect="1"/>
          </p:cNvPicPr>
          <p:nvPr/>
        </p:nvPicPr>
        <p:blipFill>
          <a:blip r:embed="rId2"/>
          <a:stretch>
            <a:fillRect/>
          </a:stretch>
        </p:blipFill>
        <p:spPr>
          <a:xfrm>
            <a:off x="-1" y="446769"/>
            <a:ext cx="12229248" cy="5964463"/>
          </a:xfrm>
          <a:prstGeom prst="rect">
            <a:avLst/>
          </a:prstGeom>
        </p:spPr>
      </p:pic>
    </p:spTree>
    <p:extLst>
      <p:ext uri="{BB962C8B-B14F-4D97-AF65-F5344CB8AC3E}">
        <p14:creationId xmlns:p14="http://schemas.microsoft.com/office/powerpoint/2010/main" val="51316495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1CE004C-A9CE-1F21-79E6-056A2CC643B3}"/>
              </a:ext>
            </a:extLst>
          </p:cNvPr>
          <p:cNvPicPr>
            <a:picLocks noChangeAspect="1"/>
          </p:cNvPicPr>
          <p:nvPr/>
        </p:nvPicPr>
        <p:blipFill>
          <a:blip r:embed="rId2"/>
          <a:stretch>
            <a:fillRect/>
          </a:stretch>
        </p:blipFill>
        <p:spPr>
          <a:xfrm>
            <a:off x="-1" y="684409"/>
            <a:ext cx="12192001" cy="5489183"/>
          </a:xfrm>
          <a:prstGeom prst="rect">
            <a:avLst/>
          </a:prstGeom>
        </p:spPr>
      </p:pic>
    </p:spTree>
    <p:extLst>
      <p:ext uri="{BB962C8B-B14F-4D97-AF65-F5344CB8AC3E}">
        <p14:creationId xmlns:p14="http://schemas.microsoft.com/office/powerpoint/2010/main" val="37975839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1D1F1E"/>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DEE3B-2A32-A82E-320E-8BBE30820D69}"/>
              </a:ext>
            </a:extLst>
          </p:cNvPr>
          <p:cNvPicPr>
            <a:picLocks noChangeAspect="1"/>
          </p:cNvPicPr>
          <p:nvPr/>
        </p:nvPicPr>
        <p:blipFill>
          <a:blip r:embed="rId2"/>
          <a:stretch>
            <a:fillRect/>
          </a:stretch>
        </p:blipFill>
        <p:spPr>
          <a:xfrm>
            <a:off x="0" y="917954"/>
            <a:ext cx="12200030" cy="4835732"/>
          </a:xfrm>
          <a:prstGeom prst="rect">
            <a:avLst/>
          </a:prstGeom>
        </p:spPr>
      </p:pic>
    </p:spTree>
    <p:extLst>
      <p:ext uri="{BB962C8B-B14F-4D97-AF65-F5344CB8AC3E}">
        <p14:creationId xmlns:p14="http://schemas.microsoft.com/office/powerpoint/2010/main" val="284497187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EF357-99AA-9818-92BA-90FFC3EC72E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F65A500-04EA-1714-3B76-AC49A46FB286}"/>
              </a:ext>
            </a:extLst>
          </p:cNvPr>
          <p:cNvPicPr>
            <a:picLocks noChangeAspect="1"/>
          </p:cNvPicPr>
          <p:nvPr/>
        </p:nvPicPr>
        <p:blipFill>
          <a:blip r:embed="rId2"/>
          <a:srcRect t="1516" r="1" b="40673"/>
          <a:stretch>
            <a:fillRect/>
          </a:stretch>
        </p:blipFill>
        <p:spPr>
          <a:xfrm>
            <a:off x="1" y="10"/>
            <a:ext cx="11862683" cy="6857990"/>
          </a:xfrm>
          <a:custGeom>
            <a:avLst/>
            <a:gdLst/>
            <a:ahLst/>
            <a:cxnLst/>
            <a:rect l="l" t="t" r="r" b="b"/>
            <a:pathLst>
              <a:path w="11862683" h="6858000">
                <a:moveTo>
                  <a:pt x="0" y="0"/>
                </a:moveTo>
                <a:lnTo>
                  <a:pt x="4038600" y="0"/>
                </a:lnTo>
                <a:lnTo>
                  <a:pt x="4114800" y="0"/>
                </a:lnTo>
                <a:lnTo>
                  <a:pt x="4282294" y="0"/>
                </a:lnTo>
                <a:lnTo>
                  <a:pt x="6139260" y="0"/>
                </a:lnTo>
                <a:lnTo>
                  <a:pt x="6362810" y="0"/>
                </a:lnTo>
                <a:lnTo>
                  <a:pt x="7272221" y="0"/>
                </a:lnTo>
                <a:lnTo>
                  <a:pt x="10815342" y="0"/>
                </a:lnTo>
                <a:cubicBezTo>
                  <a:pt x="10709672" y="35571"/>
                  <a:pt x="10607020" y="78255"/>
                  <a:pt x="10501350" y="110269"/>
                </a:cubicBezTo>
                <a:cubicBezTo>
                  <a:pt x="10516447" y="145839"/>
                  <a:pt x="10531542" y="138725"/>
                  <a:pt x="10546639" y="135168"/>
                </a:cubicBezTo>
                <a:cubicBezTo>
                  <a:pt x="10637212" y="120941"/>
                  <a:pt x="10730806" y="110269"/>
                  <a:pt x="10818360" y="71141"/>
                </a:cubicBezTo>
                <a:cubicBezTo>
                  <a:pt x="10839496" y="64027"/>
                  <a:pt x="10863648" y="64027"/>
                  <a:pt x="10872705" y="88927"/>
                </a:cubicBezTo>
                <a:cubicBezTo>
                  <a:pt x="10887801" y="124497"/>
                  <a:pt x="10866668" y="145839"/>
                  <a:pt x="10845532" y="163625"/>
                </a:cubicBezTo>
                <a:cubicBezTo>
                  <a:pt x="10809304" y="195638"/>
                  <a:pt x="10767036" y="188525"/>
                  <a:pt x="10727787" y="192082"/>
                </a:cubicBezTo>
                <a:cubicBezTo>
                  <a:pt x="10619098" y="209867"/>
                  <a:pt x="10567772" y="259665"/>
                  <a:pt x="10543619" y="373491"/>
                </a:cubicBezTo>
                <a:cubicBezTo>
                  <a:pt x="10637212" y="327250"/>
                  <a:pt x="10730806" y="384162"/>
                  <a:pt x="10821380" y="352148"/>
                </a:cubicBezTo>
                <a:cubicBezTo>
                  <a:pt x="10845532" y="345034"/>
                  <a:pt x="10881763" y="355706"/>
                  <a:pt x="10869686" y="394834"/>
                </a:cubicBezTo>
                <a:cubicBezTo>
                  <a:pt x="10857610" y="430405"/>
                  <a:pt x="10818360" y="458860"/>
                  <a:pt x="10887801" y="451747"/>
                </a:cubicBezTo>
                <a:cubicBezTo>
                  <a:pt x="10939127" y="448189"/>
                  <a:pt x="10954222" y="405504"/>
                  <a:pt x="10969318" y="359262"/>
                </a:cubicBezTo>
                <a:cubicBezTo>
                  <a:pt x="10981394" y="334364"/>
                  <a:pt x="11014605" y="320135"/>
                  <a:pt x="11038758" y="334364"/>
                </a:cubicBezTo>
                <a:cubicBezTo>
                  <a:pt x="11068949" y="348592"/>
                  <a:pt x="11059892" y="387720"/>
                  <a:pt x="11059892" y="416176"/>
                </a:cubicBezTo>
                <a:cubicBezTo>
                  <a:pt x="11062912" y="469532"/>
                  <a:pt x="11038758" y="494431"/>
                  <a:pt x="10996491" y="505101"/>
                </a:cubicBezTo>
                <a:cubicBezTo>
                  <a:pt x="10945164" y="519330"/>
                  <a:pt x="10893840" y="537116"/>
                  <a:pt x="10827418" y="558458"/>
                </a:cubicBezTo>
                <a:cubicBezTo>
                  <a:pt x="10899878" y="594028"/>
                  <a:pt x="10954222" y="586915"/>
                  <a:pt x="11008566" y="558458"/>
                </a:cubicBezTo>
                <a:cubicBezTo>
                  <a:pt x="11074988" y="526444"/>
                  <a:pt x="11162542" y="483759"/>
                  <a:pt x="11216886" y="522887"/>
                </a:cubicBezTo>
                <a:cubicBezTo>
                  <a:pt x="11298403" y="579800"/>
                  <a:pt x="11364824" y="544229"/>
                  <a:pt x="11437284" y="533558"/>
                </a:cubicBezTo>
                <a:cubicBezTo>
                  <a:pt x="11588242" y="512216"/>
                  <a:pt x="11494648" y="480203"/>
                  <a:pt x="11645605" y="462417"/>
                </a:cubicBezTo>
                <a:cubicBezTo>
                  <a:pt x="11705988" y="455303"/>
                  <a:pt x="11769390" y="426847"/>
                  <a:pt x="11856944" y="465975"/>
                </a:cubicBezTo>
                <a:cubicBezTo>
                  <a:pt x="11461437" y="672284"/>
                  <a:pt x="11274250" y="658055"/>
                  <a:pt x="10921012" y="910606"/>
                </a:cubicBezTo>
                <a:cubicBezTo>
                  <a:pt x="10936107" y="935506"/>
                  <a:pt x="10951202" y="924835"/>
                  <a:pt x="10966299" y="921277"/>
                </a:cubicBezTo>
                <a:cubicBezTo>
                  <a:pt x="10990452" y="917720"/>
                  <a:pt x="11020644" y="903491"/>
                  <a:pt x="11026682" y="949734"/>
                </a:cubicBezTo>
                <a:cubicBezTo>
                  <a:pt x="11029702" y="985305"/>
                  <a:pt x="11011585" y="1003089"/>
                  <a:pt x="10981394" y="1006647"/>
                </a:cubicBezTo>
                <a:cubicBezTo>
                  <a:pt x="10893840" y="1020875"/>
                  <a:pt x="10815342" y="1070674"/>
                  <a:pt x="10736844" y="1113358"/>
                </a:cubicBezTo>
                <a:cubicBezTo>
                  <a:pt x="10700615" y="1131144"/>
                  <a:pt x="10661366" y="1156043"/>
                  <a:pt x="10676462" y="1220069"/>
                </a:cubicBezTo>
                <a:cubicBezTo>
                  <a:pt x="10706652" y="1237855"/>
                  <a:pt x="10727787" y="1212955"/>
                  <a:pt x="10751940" y="1209399"/>
                </a:cubicBezTo>
                <a:cubicBezTo>
                  <a:pt x="10776093" y="1205842"/>
                  <a:pt x="10833457" y="1220069"/>
                  <a:pt x="10818360" y="1230741"/>
                </a:cubicBezTo>
                <a:cubicBezTo>
                  <a:pt x="10748920" y="1269868"/>
                  <a:pt x="10875724" y="1365909"/>
                  <a:pt x="10791190" y="1365909"/>
                </a:cubicBezTo>
                <a:cubicBezTo>
                  <a:pt x="10652309" y="1365909"/>
                  <a:pt x="10576830" y="1536647"/>
                  <a:pt x="10443988" y="1540204"/>
                </a:cubicBezTo>
                <a:cubicBezTo>
                  <a:pt x="10422854" y="1540204"/>
                  <a:pt x="10413797" y="1572219"/>
                  <a:pt x="10413797" y="1597117"/>
                </a:cubicBezTo>
                <a:cubicBezTo>
                  <a:pt x="10413797" y="1629132"/>
                  <a:pt x="10434930" y="1632688"/>
                  <a:pt x="10456064" y="1636245"/>
                </a:cubicBezTo>
                <a:cubicBezTo>
                  <a:pt x="10489275" y="1639802"/>
                  <a:pt x="10525504" y="1597117"/>
                  <a:pt x="10567772" y="1657587"/>
                </a:cubicBezTo>
                <a:cubicBezTo>
                  <a:pt x="10489275" y="1693158"/>
                  <a:pt x="10407758" y="1728729"/>
                  <a:pt x="10410777" y="1849668"/>
                </a:cubicBezTo>
                <a:cubicBezTo>
                  <a:pt x="10410777" y="1881683"/>
                  <a:pt x="10377566" y="1895910"/>
                  <a:pt x="10353413" y="1903025"/>
                </a:cubicBezTo>
                <a:cubicBezTo>
                  <a:pt x="10311146" y="1917252"/>
                  <a:pt x="10277935" y="1938595"/>
                  <a:pt x="10253782" y="1984836"/>
                </a:cubicBezTo>
                <a:cubicBezTo>
                  <a:pt x="10253782" y="1995507"/>
                  <a:pt x="10253782" y="2002622"/>
                  <a:pt x="10253782" y="2013292"/>
                </a:cubicBezTo>
                <a:cubicBezTo>
                  <a:pt x="10259820" y="2123562"/>
                  <a:pt x="10320202" y="2120004"/>
                  <a:pt x="10386624" y="2102219"/>
                </a:cubicBezTo>
                <a:cubicBezTo>
                  <a:pt x="10465122" y="2080877"/>
                  <a:pt x="10543619" y="2038192"/>
                  <a:pt x="10628156" y="2077320"/>
                </a:cubicBezTo>
                <a:cubicBezTo>
                  <a:pt x="10510408" y="2130676"/>
                  <a:pt x="10380586" y="2134233"/>
                  <a:pt x="10271896" y="2208931"/>
                </a:cubicBezTo>
                <a:cubicBezTo>
                  <a:pt x="10676462" y="2223159"/>
                  <a:pt x="11032720" y="1984836"/>
                  <a:pt x="11425208" y="1892353"/>
                </a:cubicBezTo>
                <a:cubicBezTo>
                  <a:pt x="11413131" y="1952823"/>
                  <a:pt x="11379920" y="1967051"/>
                  <a:pt x="11352748" y="1974165"/>
                </a:cubicBezTo>
                <a:cubicBezTo>
                  <a:pt x="11207830" y="2020407"/>
                  <a:pt x="11081026" y="2112891"/>
                  <a:pt x="10948184" y="2191146"/>
                </a:cubicBezTo>
                <a:cubicBezTo>
                  <a:pt x="10893840" y="2223159"/>
                  <a:pt x="10854590" y="2258731"/>
                  <a:pt x="10833457" y="2326314"/>
                </a:cubicBezTo>
                <a:cubicBezTo>
                  <a:pt x="10815342" y="2390340"/>
                  <a:pt x="10779112" y="2418796"/>
                  <a:pt x="10712690" y="2401012"/>
                </a:cubicBezTo>
                <a:cubicBezTo>
                  <a:pt x="10658346" y="2386784"/>
                  <a:pt x="10600982" y="2393898"/>
                  <a:pt x="10543619" y="2401012"/>
                </a:cubicBezTo>
                <a:cubicBezTo>
                  <a:pt x="10480218" y="2408126"/>
                  <a:pt x="10407758" y="2479267"/>
                  <a:pt x="10422854" y="2518395"/>
                </a:cubicBezTo>
                <a:cubicBezTo>
                  <a:pt x="10453044" y="2582422"/>
                  <a:pt x="10504370" y="2550408"/>
                  <a:pt x="10546639" y="2543294"/>
                </a:cubicBezTo>
                <a:cubicBezTo>
                  <a:pt x="10597964" y="2536181"/>
                  <a:pt x="10691556" y="2518395"/>
                  <a:pt x="10691556" y="2525509"/>
                </a:cubicBezTo>
                <a:cubicBezTo>
                  <a:pt x="10724768" y="2685576"/>
                  <a:pt x="10800246" y="2564636"/>
                  <a:pt x="10854590" y="2564636"/>
                </a:cubicBezTo>
                <a:cubicBezTo>
                  <a:pt x="10905916" y="2564636"/>
                  <a:pt x="10957241" y="2546851"/>
                  <a:pt x="11005548" y="2532623"/>
                </a:cubicBezTo>
                <a:cubicBezTo>
                  <a:pt x="11068949" y="2514837"/>
                  <a:pt x="11126312" y="2546851"/>
                  <a:pt x="11186696" y="2553965"/>
                </a:cubicBezTo>
                <a:cubicBezTo>
                  <a:pt x="11241040" y="2561080"/>
                  <a:pt x="11210850" y="2653563"/>
                  <a:pt x="11244060" y="2692689"/>
                </a:cubicBezTo>
                <a:cubicBezTo>
                  <a:pt x="11250097" y="2703362"/>
                  <a:pt x="11256136" y="2703362"/>
                  <a:pt x="11262174" y="2703362"/>
                </a:cubicBezTo>
                <a:cubicBezTo>
                  <a:pt x="11280289" y="2980812"/>
                  <a:pt x="11597299" y="2913227"/>
                  <a:pt x="11597299" y="2923898"/>
                </a:cubicBezTo>
                <a:cubicBezTo>
                  <a:pt x="11624471" y="2941684"/>
                  <a:pt x="11657682" y="2899000"/>
                  <a:pt x="11690892" y="2941684"/>
                </a:cubicBezTo>
                <a:cubicBezTo>
                  <a:pt x="11548993" y="3137322"/>
                  <a:pt x="11331614" y="3183563"/>
                  <a:pt x="11138390" y="3329402"/>
                </a:cubicBezTo>
                <a:cubicBezTo>
                  <a:pt x="11298403" y="3379202"/>
                  <a:pt x="11391998" y="3208463"/>
                  <a:pt x="11509744" y="3229805"/>
                </a:cubicBezTo>
                <a:cubicBezTo>
                  <a:pt x="11567107" y="3283162"/>
                  <a:pt x="11395016" y="3368530"/>
                  <a:pt x="11561068" y="3393429"/>
                </a:cubicBezTo>
                <a:cubicBezTo>
                  <a:pt x="11488610" y="3439672"/>
                  <a:pt x="11437284" y="3485914"/>
                  <a:pt x="11385959" y="3539269"/>
                </a:cubicBezTo>
                <a:cubicBezTo>
                  <a:pt x="11298403" y="3635309"/>
                  <a:pt x="11280289" y="3699337"/>
                  <a:pt x="11322556" y="3827390"/>
                </a:cubicBezTo>
                <a:cubicBezTo>
                  <a:pt x="11349730" y="3912759"/>
                  <a:pt x="11388978" y="3991015"/>
                  <a:pt x="11352748" y="4090612"/>
                </a:cubicBezTo>
                <a:cubicBezTo>
                  <a:pt x="11328595" y="4158196"/>
                  <a:pt x="11337653" y="4204438"/>
                  <a:pt x="11428226" y="4172424"/>
                </a:cubicBezTo>
                <a:cubicBezTo>
                  <a:pt x="11524840" y="4140411"/>
                  <a:pt x="11561068" y="4200882"/>
                  <a:pt x="11536915" y="4321821"/>
                </a:cubicBezTo>
                <a:cubicBezTo>
                  <a:pt x="11521821" y="4400076"/>
                  <a:pt x="11536915" y="4424975"/>
                  <a:pt x="11603338" y="4414305"/>
                </a:cubicBezTo>
                <a:cubicBezTo>
                  <a:pt x="11675796" y="4403633"/>
                  <a:pt x="11745236" y="4353835"/>
                  <a:pt x="11835811" y="4378734"/>
                </a:cubicBezTo>
                <a:cubicBezTo>
                  <a:pt x="11763352" y="4521016"/>
                  <a:pt x="11609374" y="4478331"/>
                  <a:pt x="11524840" y="4613499"/>
                </a:cubicBezTo>
                <a:cubicBezTo>
                  <a:pt x="11624471" y="4613499"/>
                  <a:pt x="11702969" y="4613499"/>
                  <a:pt x="11775427" y="4585042"/>
                </a:cubicBezTo>
                <a:cubicBezTo>
                  <a:pt x="11805619" y="4574373"/>
                  <a:pt x="11838830" y="4560144"/>
                  <a:pt x="11856944" y="4602828"/>
                </a:cubicBezTo>
                <a:cubicBezTo>
                  <a:pt x="11878080" y="4652628"/>
                  <a:pt x="11835811" y="4670412"/>
                  <a:pt x="11811658" y="4677526"/>
                </a:cubicBezTo>
                <a:cubicBezTo>
                  <a:pt x="11742216" y="4702425"/>
                  <a:pt x="11687874" y="4759339"/>
                  <a:pt x="11627490" y="4805580"/>
                </a:cubicBezTo>
                <a:cubicBezTo>
                  <a:pt x="11497668" y="4905177"/>
                  <a:pt x="11355767" y="4990547"/>
                  <a:pt x="11247078" y="5154171"/>
                </a:cubicBezTo>
                <a:cubicBezTo>
                  <a:pt x="11382940" y="5111487"/>
                  <a:pt x="11485590" y="5011889"/>
                  <a:pt x="11615414" y="4994104"/>
                </a:cubicBezTo>
                <a:cubicBezTo>
                  <a:pt x="11503704" y="5143500"/>
                  <a:pt x="11361806" y="5243097"/>
                  <a:pt x="11228964" y="5353367"/>
                </a:cubicBezTo>
                <a:cubicBezTo>
                  <a:pt x="11189714" y="5385379"/>
                  <a:pt x="11150466" y="5406721"/>
                  <a:pt x="11144428" y="5474306"/>
                </a:cubicBezTo>
                <a:cubicBezTo>
                  <a:pt x="11126312" y="5605917"/>
                  <a:pt x="11078008" y="5712629"/>
                  <a:pt x="10969318" y="5769542"/>
                </a:cubicBezTo>
                <a:cubicBezTo>
                  <a:pt x="10969318" y="5769542"/>
                  <a:pt x="10975356" y="5790884"/>
                  <a:pt x="10978374" y="5801555"/>
                </a:cubicBezTo>
                <a:cubicBezTo>
                  <a:pt x="11044797" y="5805112"/>
                  <a:pt x="11096122" y="5726858"/>
                  <a:pt x="11177639" y="5755314"/>
                </a:cubicBezTo>
                <a:cubicBezTo>
                  <a:pt x="11096122" y="5862025"/>
                  <a:pt x="11029702" y="5954508"/>
                  <a:pt x="10917992" y="6004307"/>
                </a:cubicBezTo>
                <a:cubicBezTo>
                  <a:pt x="10827418" y="6043434"/>
                  <a:pt x="10715710" y="6068335"/>
                  <a:pt x="10649289" y="6196388"/>
                </a:cubicBezTo>
                <a:cubicBezTo>
                  <a:pt x="10724768" y="6221287"/>
                  <a:pt x="10782132" y="6189274"/>
                  <a:pt x="10839496" y="6167932"/>
                </a:cubicBezTo>
                <a:cubicBezTo>
                  <a:pt x="10927050" y="6132361"/>
                  <a:pt x="11014605" y="6093234"/>
                  <a:pt x="11102160" y="6057663"/>
                </a:cubicBezTo>
                <a:cubicBezTo>
                  <a:pt x="11135372" y="6043434"/>
                  <a:pt x="11171600" y="6036320"/>
                  <a:pt x="11192734" y="6100347"/>
                </a:cubicBezTo>
                <a:cubicBezTo>
                  <a:pt x="11081026" y="6114575"/>
                  <a:pt x="11014605" y="6199945"/>
                  <a:pt x="10945164" y="6281757"/>
                </a:cubicBezTo>
                <a:cubicBezTo>
                  <a:pt x="10905916" y="6327999"/>
                  <a:pt x="10872705" y="6388469"/>
                  <a:pt x="10803265" y="6367127"/>
                </a:cubicBezTo>
                <a:cubicBezTo>
                  <a:pt x="10767036" y="6356456"/>
                  <a:pt x="10742882" y="6388469"/>
                  <a:pt x="10745901" y="6431153"/>
                </a:cubicBezTo>
                <a:cubicBezTo>
                  <a:pt x="10760998" y="6580550"/>
                  <a:pt x="10673442" y="6630349"/>
                  <a:pt x="10582868" y="6658805"/>
                </a:cubicBezTo>
                <a:cubicBezTo>
                  <a:pt x="10450026" y="6701489"/>
                  <a:pt x="10332280" y="6786859"/>
                  <a:pt x="10208496" y="6858000"/>
                </a:cubicBezTo>
                <a:lnTo>
                  <a:pt x="7272221" y="6858000"/>
                </a:lnTo>
                <a:lnTo>
                  <a:pt x="6362810" y="6858000"/>
                </a:lnTo>
                <a:lnTo>
                  <a:pt x="6139260" y="6858000"/>
                </a:lnTo>
                <a:lnTo>
                  <a:pt x="4282294" y="6858000"/>
                </a:lnTo>
                <a:lnTo>
                  <a:pt x="4114800" y="6858000"/>
                </a:lnTo>
                <a:lnTo>
                  <a:pt x="4038600" y="6858000"/>
                </a:lnTo>
                <a:lnTo>
                  <a:pt x="0" y="6858000"/>
                </a:lnTo>
                <a:close/>
              </a:path>
            </a:pathLst>
          </a:custGeom>
        </p:spPr>
      </p:pic>
    </p:spTree>
    <p:extLst>
      <p:ext uri="{BB962C8B-B14F-4D97-AF65-F5344CB8AC3E}">
        <p14:creationId xmlns:p14="http://schemas.microsoft.com/office/powerpoint/2010/main" val="44352800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412CDD3-368B-4ECD-861B-623E8CAF404B}"/>
              </a:ext>
            </a:extLst>
          </p:cNvPr>
          <p:cNvSpPr/>
          <p:nvPr/>
        </p:nvSpPr>
        <p:spPr>
          <a:xfrm>
            <a:off x="2274104" y="314337"/>
            <a:ext cx="2853689" cy="6400783"/>
          </a:xfrm>
          <a:prstGeom prst="rect">
            <a:avLst/>
          </a:prstGeom>
          <a:solidFill>
            <a:schemeClr val="accent1">
              <a:alpha val="6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marL="0" marR="0" lvl="0" indent="0" algn="ctr" defTabSz="914312" rtl="0" eaLnBrk="1" fontAlgn="auto" latinLnBrk="0" hangingPunct="1">
              <a:lnSpc>
                <a:spcPct val="100000"/>
              </a:lnSpc>
              <a:spcBef>
                <a:spcPts val="0"/>
              </a:spcBef>
              <a:spcAft>
                <a:spcPts val="0"/>
              </a:spcAft>
              <a:buClrTx/>
              <a:buSzTx/>
              <a:buFontTx/>
              <a:buNone/>
              <a:tabLst/>
              <a:defRPr/>
            </a:pPr>
            <a:r>
              <a:rPr kumimoji="0" lang="en-US" sz="2625" b="0" i="0" u="none" strike="noStrike" kern="1200" cap="none" spc="0" normalizeH="0" baseline="0" noProof="0" dirty="0">
                <a:ln>
                  <a:noFill/>
                </a:ln>
                <a:solidFill>
                  <a:prstClr val="white"/>
                </a:solidFill>
                <a:effectLst/>
                <a:uLnTx/>
                <a:uFillTx/>
                <a:latin typeface="Calibri" panose="020F0502020204030204"/>
                <a:ea typeface="+mn-ea"/>
                <a:cs typeface="+mn-cs"/>
              </a:rPr>
              <a:t>Serverless</a:t>
            </a:r>
          </a:p>
        </p:txBody>
      </p:sp>
      <p:sp>
        <p:nvSpPr>
          <p:cNvPr id="8" name="Rectangle 7">
            <a:extLst>
              <a:ext uri="{FF2B5EF4-FFF2-40B4-BE49-F238E27FC236}">
                <a16:creationId xmlns:a16="http://schemas.microsoft.com/office/drawing/2014/main" id="{7C849BBD-AB5A-4E3C-87CD-BC3366449FF1}"/>
              </a:ext>
            </a:extLst>
          </p:cNvPr>
          <p:cNvSpPr/>
          <p:nvPr/>
        </p:nvSpPr>
        <p:spPr>
          <a:xfrm>
            <a:off x="5127793" y="314339"/>
            <a:ext cx="3201353" cy="6400784"/>
          </a:xfrm>
          <a:prstGeom prst="rect">
            <a:avLst/>
          </a:prstGeom>
          <a:solidFill>
            <a:schemeClr val="accent6">
              <a:alpha val="6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marL="0" marR="0" lvl="0" indent="0" algn="ctr" defTabSz="914312" rtl="0" eaLnBrk="1" fontAlgn="auto" latinLnBrk="0" hangingPunct="1">
              <a:lnSpc>
                <a:spcPct val="100000"/>
              </a:lnSpc>
              <a:spcBef>
                <a:spcPts val="0"/>
              </a:spcBef>
              <a:spcAft>
                <a:spcPts val="0"/>
              </a:spcAft>
              <a:buClrTx/>
              <a:buSzTx/>
              <a:buFontTx/>
              <a:buNone/>
              <a:tabLst/>
              <a:defRPr/>
            </a:pPr>
            <a:r>
              <a:rPr kumimoji="0" lang="en-US" sz="2625" b="0" i="0" u="none" strike="noStrike" kern="1200" cap="none" spc="0" normalizeH="0" baseline="0" noProof="0" dirty="0">
                <a:ln>
                  <a:noFill/>
                </a:ln>
                <a:solidFill>
                  <a:prstClr val="white"/>
                </a:solidFill>
                <a:effectLst/>
                <a:uLnTx/>
                <a:uFillTx/>
                <a:latin typeface="Calibri" panose="020F0502020204030204"/>
                <a:ea typeface="+mn-ea"/>
                <a:cs typeface="+mn-cs"/>
              </a:rPr>
              <a:t>Streaming Data</a:t>
            </a:r>
            <a:endParaRPr kumimoji="0" lang="en-US" sz="15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4AD6C6FC-5150-4B77-A743-CEF0A65885F0}"/>
              </a:ext>
            </a:extLst>
          </p:cNvPr>
          <p:cNvSpPr/>
          <p:nvPr/>
        </p:nvSpPr>
        <p:spPr>
          <a:xfrm>
            <a:off x="8329147" y="314339"/>
            <a:ext cx="3567578" cy="6400785"/>
          </a:xfrm>
          <a:prstGeom prst="rect">
            <a:avLst/>
          </a:prstGeom>
          <a:solidFill>
            <a:schemeClr val="accent3">
              <a:alpha val="6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marL="0" marR="0" lvl="0" indent="0" algn="ctr" defTabSz="914312" rtl="0" eaLnBrk="1" fontAlgn="auto" latinLnBrk="0" hangingPunct="1">
              <a:lnSpc>
                <a:spcPct val="100000"/>
              </a:lnSpc>
              <a:spcBef>
                <a:spcPts val="0"/>
              </a:spcBef>
              <a:spcAft>
                <a:spcPts val="0"/>
              </a:spcAft>
              <a:buClrTx/>
              <a:buSzTx/>
              <a:buFontTx/>
              <a:buNone/>
              <a:tabLst/>
              <a:defRPr/>
            </a:pPr>
            <a:r>
              <a:rPr kumimoji="0" lang="en-US" sz="2625" b="0" i="0" u="none" strike="noStrike" kern="1200" cap="none" spc="0" normalizeH="0" baseline="0" noProof="0" dirty="0">
                <a:ln>
                  <a:noFill/>
                </a:ln>
                <a:solidFill>
                  <a:prstClr val="white"/>
                </a:solidFill>
                <a:effectLst/>
                <a:uLnTx/>
                <a:uFillTx/>
                <a:latin typeface="Calibri" panose="020F0502020204030204"/>
                <a:ea typeface="+mn-ea"/>
                <a:cs typeface="+mn-cs"/>
              </a:rPr>
              <a:t>Enterprise</a:t>
            </a:r>
          </a:p>
        </p:txBody>
      </p:sp>
      <p:graphicFrame>
        <p:nvGraphicFramePr>
          <p:cNvPr id="4" name="Content Placeholder 3">
            <a:extLst>
              <a:ext uri="{FF2B5EF4-FFF2-40B4-BE49-F238E27FC236}">
                <a16:creationId xmlns:a16="http://schemas.microsoft.com/office/drawing/2014/main" id="{4222B526-4E81-4E51-B492-B7EDAC4985F8}"/>
              </a:ext>
            </a:extLst>
          </p:cNvPr>
          <p:cNvGraphicFramePr>
            <a:graphicFrameLocks noGrp="1"/>
          </p:cNvGraphicFramePr>
          <p:nvPr>
            <p:ph idx="1"/>
            <p:extLst>
              <p:ext uri="{D42A27DB-BD31-4B8C-83A1-F6EECF244321}">
                <p14:modId xmlns:p14="http://schemas.microsoft.com/office/powerpoint/2010/main" val="724816354"/>
              </p:ext>
            </p:extLst>
          </p:nvPr>
        </p:nvGraphicFramePr>
        <p:xfrm>
          <a:off x="454933" y="314341"/>
          <a:ext cx="11282135" cy="6229319"/>
        </p:xfrm>
        <a:graphic>
          <a:graphicData uri="http://schemas.openxmlformats.org/drawingml/2006/table">
            <a:tbl>
              <a:tblPr firstRow="1" bandRow="1">
                <a:tableStyleId>{2D5ABB26-0587-4C30-8999-92F81FD0307C}</a:tableStyleId>
              </a:tblPr>
              <a:tblGrid>
                <a:gridCol w="1990416">
                  <a:extLst>
                    <a:ext uri="{9D8B030D-6E8A-4147-A177-3AD203B41FA5}">
                      <a16:colId xmlns:a16="http://schemas.microsoft.com/office/drawing/2014/main" val="1582576505"/>
                    </a:ext>
                  </a:extLst>
                </a:gridCol>
                <a:gridCol w="2687819">
                  <a:extLst>
                    <a:ext uri="{9D8B030D-6E8A-4147-A177-3AD203B41FA5}">
                      <a16:colId xmlns:a16="http://schemas.microsoft.com/office/drawing/2014/main" val="2659572726"/>
                    </a:ext>
                  </a:extLst>
                </a:gridCol>
                <a:gridCol w="3158386">
                  <a:extLst>
                    <a:ext uri="{9D8B030D-6E8A-4147-A177-3AD203B41FA5}">
                      <a16:colId xmlns:a16="http://schemas.microsoft.com/office/drawing/2014/main" val="3602601879"/>
                    </a:ext>
                  </a:extLst>
                </a:gridCol>
                <a:gridCol w="3445514">
                  <a:extLst>
                    <a:ext uri="{9D8B030D-6E8A-4147-A177-3AD203B41FA5}">
                      <a16:colId xmlns:a16="http://schemas.microsoft.com/office/drawing/2014/main" val="3639380612"/>
                    </a:ext>
                  </a:extLst>
                </a:gridCol>
              </a:tblGrid>
              <a:tr h="438674">
                <a:tc>
                  <a:txBody>
                    <a:bodyPr/>
                    <a:lstStyle/>
                    <a:p>
                      <a:r>
                        <a:rPr lang="en-US" sz="1900" b="1" dirty="0"/>
                        <a:t>Segment</a:t>
                      </a:r>
                    </a:p>
                  </a:txBody>
                  <a:tcPr marL="91427" marR="91427" marT="45713" marB="45713">
                    <a:lnB w="12700" cap="flat" cmpd="sng" algn="ctr">
                      <a:solidFill>
                        <a:schemeClr val="accent1"/>
                      </a:solidFill>
                      <a:prstDash val="solid"/>
                      <a:round/>
                      <a:headEnd type="none" w="med" len="med"/>
                      <a:tailEnd type="none" w="med" len="med"/>
                    </a:lnB>
                  </a:tcPr>
                </a:tc>
                <a:tc>
                  <a:txBody>
                    <a:bodyPr/>
                    <a:lstStyle/>
                    <a:p>
                      <a:pPr algn="l"/>
                      <a:r>
                        <a:rPr lang="en-US" sz="1800" b="1" dirty="0" err="1"/>
                        <a:t>Eventing</a:t>
                      </a:r>
                      <a:r>
                        <a:rPr lang="en-US" sz="1800" b="1" dirty="0"/>
                        <a:t> </a:t>
                      </a:r>
                      <a:r>
                        <a:rPr lang="en-US" sz="1800" b="1" dirty="0" err="1"/>
                        <a:t>PubSub</a:t>
                      </a:r>
                      <a:endParaRPr lang="en-US" sz="1800" b="1" dirty="0"/>
                    </a:p>
                  </a:txBody>
                  <a:tcPr marL="91427" marR="91427" marT="45713" marB="45713">
                    <a:lnB w="1270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a:t>Streaming</a:t>
                      </a:r>
                      <a:endParaRPr lang="en-US" sz="1800" b="1" dirty="0"/>
                    </a:p>
                  </a:txBody>
                  <a:tcPr marL="91427" marR="91427" marT="45713" marB="45713">
                    <a:lnB w="1270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dirty="0"/>
                        <a:t>Enterprise Messaging</a:t>
                      </a:r>
                    </a:p>
                  </a:txBody>
                  <a:tcPr marL="91427" marR="91427" marT="45713" marB="45713">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392751522"/>
                  </a:ext>
                </a:extLst>
              </a:tr>
              <a:tr h="42112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Product</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Event Grid</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Event Hubs</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Service Bus</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667989973"/>
                  </a:ext>
                </a:extLst>
              </a:tr>
              <a:tr h="31936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What do you care about</a:t>
                      </a:r>
                    </a:p>
                    <a:p>
                      <a:endParaRPr lang="en-US" sz="1800" dirty="0"/>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Communication between apps / orgs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Individual message</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Push and pull semantics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Filtering and routing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Pay as you go</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Fan out</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indent="-285750">
                        <a:buFont typeface="Arial" panose="020B0604020202020204" pitchFamily="34" charset="0"/>
                        <a:buChar char="•"/>
                      </a:pPr>
                      <a:r>
                        <a:rPr lang="en-US" sz="1600" dirty="0"/>
                        <a:t>Many messages in a Stream (think in MBs)</a:t>
                      </a:r>
                    </a:p>
                    <a:p>
                      <a:pPr marL="285750" indent="-285750">
                        <a:buFont typeface="Arial" panose="020B0604020202020204" pitchFamily="34" charset="0"/>
                        <a:buChar char="•"/>
                      </a:pPr>
                      <a:r>
                        <a:rPr lang="en-US" sz="1600" dirty="0"/>
                        <a:t>Ease of use and operation</a:t>
                      </a:r>
                    </a:p>
                    <a:p>
                      <a:pPr marL="285750" indent="-285750">
                        <a:buFont typeface="Arial" panose="020B0604020202020204" pitchFamily="34" charset="0"/>
                        <a:buChar char="•"/>
                      </a:pPr>
                      <a:r>
                        <a:rPr lang="en-US" sz="1600" dirty="0"/>
                        <a:t>Low cost</a:t>
                      </a:r>
                    </a:p>
                    <a:p>
                      <a:pPr marL="285750" indent="-285750">
                        <a:buFont typeface="Arial" panose="020B0604020202020204" pitchFamily="34" charset="0"/>
                        <a:buChar char="•"/>
                      </a:pPr>
                      <a:r>
                        <a:rPr lang="en-US" sz="1600" dirty="0"/>
                        <a:t>Fan in</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Strict ordering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Kafka compliant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Works with other tools</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Instantaneous consistency</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Strict ordering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JMS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Non-repudiation &amp; Security</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Geo-Replication &amp; Availability</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Rich features (de-dupe, scheduling, etc.)</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4196242750"/>
                  </a:ext>
                </a:extLst>
              </a:tr>
              <a:tr h="1228316">
                <a:tc>
                  <a:txBody>
                    <a:bodyPr/>
                    <a:lstStyle/>
                    <a:p>
                      <a:r>
                        <a:rPr lang="en-US" sz="1800" dirty="0"/>
                        <a:t>What you care less about</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Ordering of messaging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Instantaneous consistency</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indent="-285750">
                        <a:buFont typeface="Arial" panose="020B0604020202020204" pitchFamily="34" charset="0"/>
                        <a:buChar char="•"/>
                      </a:pPr>
                      <a:r>
                        <a:rPr lang="en-US" sz="1600" dirty="0"/>
                        <a:t>Individual message semantics</a:t>
                      </a:r>
                    </a:p>
                    <a:p>
                      <a:pPr marL="285750" indent="-285750">
                        <a:buFont typeface="Arial" panose="020B0604020202020204" pitchFamily="34" charset="0"/>
                        <a:buChar char="•"/>
                      </a:pPr>
                      <a:r>
                        <a:rPr lang="en-US" sz="1600" dirty="0"/>
                        <a:t>Server-side cursor</a:t>
                      </a:r>
                    </a:p>
                    <a:p>
                      <a:pPr marL="285750" indent="-285750">
                        <a:buFont typeface="Arial" panose="020B0604020202020204" pitchFamily="34" charset="0"/>
                        <a:buChar char="•"/>
                      </a:pPr>
                      <a:r>
                        <a:rPr lang="en-US" sz="1600" dirty="0"/>
                        <a:t>Only Once</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Cost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Simplicity</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900995228"/>
                  </a:ext>
                </a:extLst>
              </a:tr>
              <a:tr h="947555">
                <a:tc>
                  <a:txBody>
                    <a:bodyPr/>
                    <a:lstStyle/>
                    <a:p>
                      <a:r>
                        <a:rPr lang="en-US" sz="1900" dirty="0"/>
                        <a:t>Focus point</a:t>
                      </a:r>
                      <a:endParaRPr lang="en-US" sz="1800" dirty="0"/>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Reliable fan out push at massive scale</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indent="-285750">
                        <a:buFont typeface="Arial" panose="020B0604020202020204" pitchFamily="34" charset="0"/>
                        <a:buChar char="•"/>
                      </a:pPr>
                      <a:r>
                        <a:rPr lang="en-US" sz="1600" dirty="0"/>
                        <a:t>High scale distributed log</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Highly indexed full featured message broker</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60333414"/>
                  </a:ext>
                </a:extLst>
              </a:tr>
            </a:tbl>
          </a:graphicData>
        </a:graphic>
      </p:graphicFrame>
    </p:spTree>
    <p:extLst>
      <p:ext uri="{BB962C8B-B14F-4D97-AF65-F5344CB8AC3E}">
        <p14:creationId xmlns:p14="http://schemas.microsoft.com/office/powerpoint/2010/main" val="3532696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a:extLst>
              <a:ext uri="{FF2B5EF4-FFF2-40B4-BE49-F238E27FC236}">
                <a16:creationId xmlns:a16="http://schemas.microsoft.com/office/drawing/2014/main" id="{BBD90B0B-1E35-7F66-AC33-37FBC951D06A}"/>
              </a:ext>
            </a:extLst>
          </p:cNvPr>
          <p:cNvPicPr>
            <a:picLocks noGrp="1" noChangeAspect="1"/>
          </p:cNvPicPr>
          <p:nvPr>
            <p:ph idx="1"/>
          </p:nvPr>
        </p:nvPicPr>
        <p:blipFill>
          <a:blip r:embed="rId3"/>
          <a:srcRect t="21934" r="9089" b="6143"/>
          <a:stretch/>
        </p:blipFill>
        <p:spPr>
          <a:xfrm>
            <a:off x="3523488" y="10"/>
            <a:ext cx="8668512" cy="6857990"/>
          </a:xfrm>
          <a:prstGeom prst="rect">
            <a:avLst/>
          </a:prstGeom>
        </p:spPr>
      </p:pic>
      <p:sp>
        <p:nvSpPr>
          <p:cNvPr id="11" name="Rectangle 10">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F818581-331C-1249-8681-E5D0A4675B19}"/>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dirty="0">
                <a:solidFill>
                  <a:schemeClr val="accent2"/>
                </a:solidFill>
                <a:cs typeface="Calibri Light"/>
              </a:rPr>
              <a:t>Use all of them</a:t>
            </a:r>
          </a:p>
        </p:txBody>
      </p:sp>
      <p:sp>
        <p:nvSpPr>
          <p:cNvPr id="13" name="Rectangle 12">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529322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3716E67-042F-6A02-2452-A2471D21BB12}"/>
              </a:ext>
            </a:extLst>
          </p:cNvPr>
          <p:cNvPicPr>
            <a:picLocks noChangeAspect="1"/>
          </p:cNvPicPr>
          <p:nvPr/>
        </p:nvPicPr>
        <p:blipFill>
          <a:blip r:embed="rId3"/>
          <a:stretch>
            <a:fillRect/>
          </a:stretch>
        </p:blipFill>
        <p:spPr>
          <a:xfrm>
            <a:off x="-109183" y="-95536"/>
            <a:ext cx="12301183" cy="7038399"/>
          </a:xfrm>
          <a:prstGeom prst="rect">
            <a:avLst/>
          </a:prstGeom>
          <a:solidFill>
            <a:srgbClr val="1A1A1A"/>
          </a:solidFill>
        </p:spPr>
      </p:pic>
      <p:sp>
        <p:nvSpPr>
          <p:cNvPr id="2" name="Title 1">
            <a:extLst>
              <a:ext uri="{FF2B5EF4-FFF2-40B4-BE49-F238E27FC236}">
                <a16:creationId xmlns:a16="http://schemas.microsoft.com/office/drawing/2014/main" id="{2373F2FD-8CBF-B74F-80CA-0CDE4A0113A9}"/>
              </a:ext>
            </a:extLst>
          </p:cNvPr>
          <p:cNvSpPr>
            <a:spLocks noGrp="1"/>
          </p:cNvSpPr>
          <p:nvPr>
            <p:ph type="title"/>
          </p:nvPr>
        </p:nvSpPr>
        <p:spPr/>
        <p:txBody>
          <a:bodyPr/>
          <a:lstStyle/>
          <a:p>
            <a:endParaRPr lang="en-US"/>
          </a:p>
        </p:txBody>
      </p:sp>
      <p:pic>
        <p:nvPicPr>
          <p:cNvPr id="14" name="Content Placeholder 13">
            <a:extLst>
              <a:ext uri="{FF2B5EF4-FFF2-40B4-BE49-F238E27FC236}">
                <a16:creationId xmlns:a16="http://schemas.microsoft.com/office/drawing/2014/main" id="{3CA52D53-B467-5275-61AD-5425F395B67C}"/>
              </a:ext>
            </a:extLst>
          </p:cNvPr>
          <p:cNvPicPr>
            <a:picLocks noGrp="1" noChangeAspect="1"/>
          </p:cNvPicPr>
          <p:nvPr>
            <p:ph idx="1"/>
          </p:nvPr>
        </p:nvPicPr>
        <p:blipFill>
          <a:blip r:embed="rId4"/>
          <a:srcRect/>
          <a:stretch/>
        </p:blipFill>
        <p:spPr>
          <a:xfrm>
            <a:off x="1190778" y="3614926"/>
            <a:ext cx="2671537" cy="2671537"/>
          </a:xfrm>
        </p:spPr>
      </p:pic>
      <p:sp>
        <p:nvSpPr>
          <p:cNvPr id="6" name="TextBox 5">
            <a:extLst>
              <a:ext uri="{FF2B5EF4-FFF2-40B4-BE49-F238E27FC236}">
                <a16:creationId xmlns:a16="http://schemas.microsoft.com/office/drawing/2014/main" id="{8ED83A76-513A-0663-4EE9-6821D7A920D8}"/>
              </a:ext>
            </a:extLst>
          </p:cNvPr>
          <p:cNvSpPr txBox="1"/>
          <p:nvPr/>
        </p:nvSpPr>
        <p:spPr>
          <a:xfrm>
            <a:off x="4176215" y="2992288"/>
            <a:ext cx="7301552" cy="1484177"/>
          </a:xfrm>
          <a:prstGeom prst="rect">
            <a:avLst/>
          </a:prstGeom>
          <a:solidFill>
            <a:schemeClr val="accent2"/>
          </a:solidFill>
        </p:spPr>
        <p:txBody>
          <a:bodyPr wrap="square" rtlCol="0">
            <a:spAutoFit/>
          </a:bodyPr>
          <a:lstStyle/>
          <a:p>
            <a:r>
              <a:rPr lang="en-US" sz="4400" dirty="0" err="1">
                <a:solidFill>
                  <a:schemeClr val="bg1"/>
                </a:solidFill>
              </a:rPr>
              <a:t>go.particular.net</a:t>
            </a:r>
            <a:r>
              <a:rPr lang="en-US" sz="4400" dirty="0">
                <a:solidFill>
                  <a:schemeClr val="bg1"/>
                </a:solidFill>
              </a:rPr>
              <a:t>/</a:t>
            </a:r>
            <a:br>
              <a:rPr lang="en-US" sz="4400" dirty="0">
                <a:solidFill>
                  <a:schemeClr val="bg1"/>
                </a:solidFill>
              </a:rPr>
            </a:br>
            <a:r>
              <a:rPr lang="en-US" sz="4400" dirty="0">
                <a:solidFill>
                  <a:schemeClr val="bg1"/>
                </a:solidFill>
              </a:rPr>
              <a:t>ndc-oslo-2025-azure-apps</a:t>
            </a:r>
          </a:p>
        </p:txBody>
      </p:sp>
    </p:spTree>
    <p:extLst>
      <p:ext uri="{BB962C8B-B14F-4D97-AF65-F5344CB8AC3E}">
        <p14:creationId xmlns:p14="http://schemas.microsoft.com/office/powerpoint/2010/main" val="314087884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F85FEC10-B7C3-E143-03BE-907657237F51}"/>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27809D7-6DCF-EA4C-81DF-1891183AAD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3C381B26-BEFA-9C27-3F69-F62C8F9643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CCC41CB-22F6-C1AA-5EFC-07F81BCFE980}"/>
              </a:ext>
            </a:extLst>
          </p:cNvPr>
          <p:cNvSpPr>
            <a:spLocks noGrp="1"/>
          </p:cNvSpPr>
          <p:nvPr>
            <p:ph type="title"/>
          </p:nvPr>
        </p:nvSpPr>
        <p:spPr>
          <a:xfrm>
            <a:off x="477980" y="1122363"/>
            <a:ext cx="10515599" cy="3204134"/>
          </a:xfrm>
        </p:spPr>
        <p:txBody>
          <a:bodyPr vert="horz" lIns="91440" tIns="45720" rIns="91440" bIns="45720" rtlCol="0" anchor="b">
            <a:normAutofit/>
          </a:bodyPr>
          <a:lstStyle/>
          <a:p>
            <a:r>
              <a:rPr lang="en-US" sz="4800" dirty="0" err="1">
                <a:solidFill>
                  <a:schemeClr val="accent2"/>
                </a:solidFill>
                <a:cs typeface="Calibri Light"/>
              </a:rPr>
              <a:t>github.com</a:t>
            </a:r>
            <a:r>
              <a:rPr lang="en-US" sz="4800" dirty="0">
                <a:solidFill>
                  <a:schemeClr val="accent2"/>
                </a:solidFill>
                <a:cs typeface="Calibri Light"/>
              </a:rPr>
              <a:t>/</a:t>
            </a:r>
            <a:r>
              <a:rPr lang="en-US" sz="4800" dirty="0" err="1">
                <a:solidFill>
                  <a:schemeClr val="accent2"/>
                </a:solidFill>
                <a:cs typeface="Calibri Light"/>
              </a:rPr>
              <a:t>danielmarbach</a:t>
            </a:r>
            <a:r>
              <a:rPr lang="en-US" sz="4800" dirty="0">
                <a:solidFill>
                  <a:schemeClr val="accent2"/>
                </a:solidFill>
                <a:cs typeface="Calibri Light"/>
              </a:rPr>
              <a:t>/</a:t>
            </a:r>
            <a:br>
              <a:rPr lang="en-US" sz="4800" dirty="0">
                <a:solidFill>
                  <a:schemeClr val="accent2"/>
                </a:solidFill>
                <a:cs typeface="Calibri Light"/>
              </a:rPr>
            </a:br>
            <a:r>
              <a:rPr lang="en-US" sz="4800" dirty="0" err="1">
                <a:solidFill>
                  <a:schemeClr val="accent2"/>
                </a:solidFill>
                <a:cs typeface="Calibri Light"/>
              </a:rPr>
              <a:t>AzureMessagingOverchoice</a:t>
            </a:r>
            <a:endParaRPr lang="en-US" sz="4800" dirty="0">
              <a:solidFill>
                <a:schemeClr val="accent2"/>
              </a:solidFill>
              <a:cs typeface="Calibri Light"/>
            </a:endParaRPr>
          </a:p>
        </p:txBody>
      </p:sp>
      <p:sp>
        <p:nvSpPr>
          <p:cNvPr id="13" name="Rectangle 12">
            <a:extLst>
              <a:ext uri="{FF2B5EF4-FFF2-40B4-BE49-F238E27FC236}">
                <a16:creationId xmlns:a16="http://schemas.microsoft.com/office/drawing/2014/main" id="{2A48096C-AD56-3C92-3AA8-9B79E245A4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98AA3A20-C3AE-5F8B-AC57-65DACE1A9D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4" name="Picture 13" descr="A qr code on a black background&#10;&#10;AI-generated content may be incorrect.">
            <a:extLst>
              <a:ext uri="{FF2B5EF4-FFF2-40B4-BE49-F238E27FC236}">
                <a16:creationId xmlns:a16="http://schemas.microsoft.com/office/drawing/2014/main" id="{4FD1223E-3BD0-1AE9-B286-095B7860288D}"/>
              </a:ext>
            </a:extLst>
          </p:cNvPr>
          <p:cNvPicPr>
            <a:picLocks noChangeAspect="1"/>
          </p:cNvPicPr>
          <p:nvPr/>
        </p:nvPicPr>
        <p:blipFill>
          <a:blip r:embed="rId3"/>
          <a:stretch>
            <a:fillRect/>
          </a:stretch>
        </p:blipFill>
        <p:spPr>
          <a:xfrm>
            <a:off x="7986671" y="1566850"/>
            <a:ext cx="3724300" cy="3724300"/>
          </a:xfrm>
          <a:prstGeom prst="rect">
            <a:avLst/>
          </a:prstGeom>
        </p:spPr>
      </p:pic>
    </p:spTree>
    <p:extLst>
      <p:ext uri="{BB962C8B-B14F-4D97-AF65-F5344CB8AC3E}">
        <p14:creationId xmlns:p14="http://schemas.microsoft.com/office/powerpoint/2010/main" val="16480520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579CB1-A0C6-5F0C-21B9-923F5F79ECF5}"/>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2ABB969D-7392-0A12-9426-1AF77E4534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4" name="Grafik 3" descr="Ein Bild, das draußen, Gras, Himmel, Pflanze enthält.&#10;&#10;Beschreibung automatisch generiert.">
            <a:extLst>
              <a:ext uri="{FF2B5EF4-FFF2-40B4-BE49-F238E27FC236}">
                <a16:creationId xmlns:a16="http://schemas.microsoft.com/office/drawing/2014/main" id="{E39707B5-D69D-E730-99A8-822876B55F7E}"/>
              </a:ext>
            </a:extLst>
          </p:cNvPr>
          <p:cNvPicPr>
            <a:picLocks noChangeAspect="1"/>
          </p:cNvPicPr>
          <p:nvPr/>
        </p:nvPicPr>
        <p:blipFill rotWithShape="1">
          <a:blip r:embed="rId3"/>
          <a:srcRect t="9091" r="13818"/>
          <a:stretch/>
        </p:blipFill>
        <p:spPr>
          <a:xfrm>
            <a:off x="3523488" y="10"/>
            <a:ext cx="8668512" cy="6857990"/>
          </a:xfrm>
          <a:prstGeom prst="rect">
            <a:avLst/>
          </a:prstGeom>
        </p:spPr>
      </p:pic>
      <p:sp>
        <p:nvSpPr>
          <p:cNvPr id="11" name="Rectangle 10">
            <a:extLst>
              <a:ext uri="{FF2B5EF4-FFF2-40B4-BE49-F238E27FC236}">
                <a16:creationId xmlns:a16="http://schemas.microsoft.com/office/drawing/2014/main" id="{12C12604-4097-27BC-BCEE-F13305193B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el 1">
            <a:extLst>
              <a:ext uri="{FF2B5EF4-FFF2-40B4-BE49-F238E27FC236}">
                <a16:creationId xmlns:a16="http://schemas.microsoft.com/office/drawing/2014/main" id="{219EF835-7D18-37AB-CE54-F2B8F78AE6E4}"/>
              </a:ext>
            </a:extLst>
          </p:cNvPr>
          <p:cNvSpPr>
            <a:spLocks noGrp="1"/>
          </p:cNvSpPr>
          <p:nvPr>
            <p:ph type="ctrTitle"/>
          </p:nvPr>
        </p:nvSpPr>
        <p:spPr>
          <a:xfrm>
            <a:off x="477980" y="1122363"/>
            <a:ext cx="8668512" cy="3204134"/>
          </a:xfrm>
        </p:spPr>
        <p:txBody>
          <a:bodyPr anchor="b">
            <a:normAutofit/>
          </a:bodyPr>
          <a:lstStyle/>
          <a:p>
            <a:pPr algn="l"/>
            <a:r>
              <a:rPr lang="de-DE" sz="4000" dirty="0" err="1">
                <a:solidFill>
                  <a:schemeClr val="bg1"/>
                </a:solidFill>
                <a:cs typeface="Calibri Light"/>
              </a:rPr>
              <a:t>Navigating</a:t>
            </a:r>
            <a:r>
              <a:rPr lang="de-DE" sz="4000" dirty="0">
                <a:solidFill>
                  <a:schemeClr val="bg1"/>
                </a:solidFill>
                <a:cs typeface="Calibri Light"/>
              </a:rPr>
              <a:t> </a:t>
            </a:r>
            <a:r>
              <a:rPr lang="de-DE" sz="4000" dirty="0" err="1">
                <a:solidFill>
                  <a:schemeClr val="bg1"/>
                </a:solidFill>
                <a:cs typeface="Calibri Light"/>
              </a:rPr>
              <a:t>through</a:t>
            </a:r>
            <a:r>
              <a:rPr lang="de-DE" sz="4800" dirty="0">
                <a:solidFill>
                  <a:schemeClr val="bg1"/>
                </a:solidFill>
                <a:cs typeface="Calibri Light"/>
              </a:rPr>
              <a:t> </a:t>
            </a:r>
            <a:r>
              <a:rPr lang="de-DE" sz="4000" dirty="0" err="1">
                <a:solidFill>
                  <a:schemeClr val="bg1"/>
                </a:solidFill>
                <a:cs typeface="Calibri Light"/>
              </a:rPr>
              <a:t>the</a:t>
            </a:r>
            <a:br>
              <a:rPr lang="de-DE" sz="4000" dirty="0">
                <a:solidFill>
                  <a:schemeClr val="bg1"/>
                </a:solidFill>
                <a:cs typeface="Calibri Light"/>
              </a:rPr>
            </a:br>
            <a:r>
              <a:rPr lang="de-DE" sz="4800" dirty="0">
                <a:solidFill>
                  <a:schemeClr val="accent2"/>
                </a:solidFill>
                <a:cs typeface="Calibri Light"/>
              </a:rPr>
              <a:t>Azure Messaging</a:t>
            </a:r>
            <a:br>
              <a:rPr lang="de-DE" sz="4800" dirty="0">
                <a:solidFill>
                  <a:schemeClr val="accent2"/>
                </a:solidFill>
                <a:cs typeface="Calibri Light"/>
              </a:rPr>
            </a:br>
            <a:r>
              <a:rPr lang="de-DE" sz="4000" dirty="0">
                <a:solidFill>
                  <a:schemeClr val="bg1"/>
                </a:solidFill>
                <a:cs typeface="Calibri Light"/>
              </a:rPr>
              <a:t>(</a:t>
            </a:r>
            <a:r>
              <a:rPr lang="de-DE" sz="4000" dirty="0" err="1">
                <a:solidFill>
                  <a:schemeClr val="bg1"/>
                </a:solidFill>
                <a:cs typeface="Calibri Light"/>
              </a:rPr>
              <a:t>over</a:t>
            </a:r>
            <a:r>
              <a:rPr lang="de-DE" sz="4000" dirty="0">
                <a:solidFill>
                  <a:schemeClr val="bg1"/>
                </a:solidFill>
                <a:cs typeface="Calibri Light"/>
              </a:rPr>
              <a:t>)</a:t>
            </a:r>
            <a:r>
              <a:rPr lang="de-DE" sz="4000" dirty="0" err="1">
                <a:solidFill>
                  <a:schemeClr val="bg1"/>
                </a:solidFill>
                <a:cs typeface="Calibri Light"/>
              </a:rPr>
              <a:t>choice</a:t>
            </a:r>
            <a:endParaRPr lang="de-DE" sz="4800" dirty="0">
              <a:solidFill>
                <a:schemeClr val="bg1"/>
              </a:solidFill>
              <a:cs typeface="Calibri Light"/>
            </a:endParaRPr>
          </a:p>
        </p:txBody>
      </p:sp>
      <p:sp>
        <p:nvSpPr>
          <p:cNvPr id="3" name="Untertitel 2">
            <a:extLst>
              <a:ext uri="{FF2B5EF4-FFF2-40B4-BE49-F238E27FC236}">
                <a16:creationId xmlns:a16="http://schemas.microsoft.com/office/drawing/2014/main" id="{F362D6A0-71D7-F8C8-E861-29364BA35D4D}"/>
              </a:ext>
            </a:extLst>
          </p:cNvPr>
          <p:cNvSpPr>
            <a:spLocks noGrp="1"/>
          </p:cNvSpPr>
          <p:nvPr>
            <p:ph type="subTitle" idx="1"/>
          </p:nvPr>
        </p:nvSpPr>
        <p:spPr>
          <a:xfrm>
            <a:off x="477980" y="4872922"/>
            <a:ext cx="4023359" cy="1208141"/>
          </a:xfrm>
        </p:spPr>
        <p:txBody>
          <a:bodyPr>
            <a:normAutofit/>
          </a:bodyPr>
          <a:lstStyle/>
          <a:p>
            <a:pPr algn="l"/>
            <a:r>
              <a:rPr lang="de-DE" sz="2000" dirty="0" err="1">
                <a:solidFill>
                  <a:schemeClr val="accent2"/>
                </a:solidFill>
              </a:rPr>
              <a:t>daniel.</a:t>
            </a:r>
            <a:r>
              <a:rPr lang="de-DE" sz="2000" err="1">
                <a:solidFill>
                  <a:schemeClr val="accent2"/>
                </a:solidFill>
              </a:rPr>
              <a:t>marbach</a:t>
            </a:r>
            <a:r>
              <a:rPr lang="de-DE" sz="2000">
                <a:solidFill>
                  <a:schemeClr val="accent2"/>
                </a:solidFill>
              </a:rPr>
              <a:t>@particular.</a:t>
            </a:r>
            <a:r>
              <a:rPr lang="de-DE" sz="2000" dirty="0" err="1">
                <a:solidFill>
                  <a:schemeClr val="accent2"/>
                </a:solidFill>
              </a:rPr>
              <a:t>net</a:t>
            </a:r>
            <a:endParaRPr lang="de-DE" sz="2000" dirty="0">
              <a:solidFill>
                <a:schemeClr val="accent2"/>
              </a:solidFill>
            </a:endParaRPr>
          </a:p>
        </p:txBody>
      </p:sp>
      <p:sp>
        <p:nvSpPr>
          <p:cNvPr id="19" name="Rectangle 18">
            <a:extLst>
              <a:ext uri="{FF2B5EF4-FFF2-40B4-BE49-F238E27FC236}">
                <a16:creationId xmlns:a16="http://schemas.microsoft.com/office/drawing/2014/main" id="{A09FCDDE-EFC5-3D82-A3AC-02C996BD8C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087450A5-96E4-8E1B-AB2F-8858F2959E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23373354"/>
      </p:ext>
    </p:extLst>
  </p:cSld>
  <p:clrMapOvr>
    <a:masterClrMapping/>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Mesh">
  <a:themeElements>
    <a:clrScheme name="Mesh">
      <a:dk1>
        <a:sysClr val="windowText" lastClr="000000"/>
      </a:dk1>
      <a:lt1>
        <a:sysClr val="window" lastClr="FFFFFF"/>
      </a:lt1>
      <a:dk2>
        <a:srgbClr val="363D46"/>
      </a:dk2>
      <a:lt2>
        <a:srgbClr val="EBEBEB"/>
      </a:lt2>
      <a:accent1>
        <a:srgbClr val="F4B54B"/>
      </a:accent1>
      <a:accent2>
        <a:srgbClr val="A2C84E"/>
      </a:accent2>
      <a:accent3>
        <a:srgbClr val="4BC298"/>
      </a:accent3>
      <a:accent4>
        <a:srgbClr val="4CB5D3"/>
      </a:accent4>
      <a:accent5>
        <a:srgbClr val="9167E3"/>
      </a:accent5>
      <a:accent6>
        <a:srgbClr val="E05073"/>
      </a:accent6>
      <a:hlink>
        <a:srgbClr val="E19520"/>
      </a:hlink>
      <a:folHlink>
        <a:srgbClr val="E8B15D"/>
      </a:folHlink>
    </a:clrScheme>
    <a:fontScheme name="Mesh">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Mesh">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DD1DAD52-B525-46B5-8E87-60EE23581B9C}"/>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3371</TotalTime>
  <Words>1560</Words>
  <Application>Microsoft Macintosh PowerPoint</Application>
  <PresentationFormat>Widescreen</PresentationFormat>
  <Paragraphs>132</Paragraphs>
  <Slides>59</Slides>
  <Notes>30</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59</vt:i4>
      </vt:variant>
    </vt:vector>
  </HeadingPairs>
  <TitlesOfParts>
    <vt:vector size="70" baseType="lpstr">
      <vt:lpstr>Aptos</vt:lpstr>
      <vt:lpstr>Aptos Display</vt:lpstr>
      <vt:lpstr>Arial</vt:lpstr>
      <vt:lpstr>Calibri</vt:lpstr>
      <vt:lpstr>Calibri Light</vt:lpstr>
      <vt:lpstr>Century Gothic</vt:lpstr>
      <vt:lpstr>Segoe Pro Semibold</vt:lpstr>
      <vt:lpstr>Segoe UI</vt:lpstr>
      <vt:lpstr>Segoe UI Semibold</vt:lpstr>
      <vt:lpstr>Office Theme</vt:lpstr>
      <vt:lpstr>Mesh</vt:lpstr>
      <vt:lpstr>Navigating through the Azure Messaging (over)choice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Use all of them</vt:lpstr>
      <vt:lpstr>PowerPoint Presentation</vt:lpstr>
      <vt:lpstr>github.com/danielmarbach/ AzureMessagingOverchoice</vt:lpstr>
      <vt:lpstr>Navigating through the Azure Messaging (over)choice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Daniel Marbach</dc:creator>
  <cp:lastModifiedBy>Daniel Marbach</cp:lastModifiedBy>
  <cp:revision>83</cp:revision>
  <cp:lastPrinted>2025-05-19T20:17:03Z</cp:lastPrinted>
  <dcterms:created xsi:type="dcterms:W3CDTF">2025-04-22T19:22:45Z</dcterms:created>
  <dcterms:modified xsi:type="dcterms:W3CDTF">2025-05-22T15:19:24Z</dcterms:modified>
</cp:coreProperties>
</file>